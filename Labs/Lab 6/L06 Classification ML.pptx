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7"/>
  </p:notesMasterIdLst>
  <p:sldIdLst>
    <p:sldId id="258" r:id="rId3"/>
    <p:sldId id="300" r:id="rId4"/>
    <p:sldId id="344" r:id="rId5"/>
    <p:sldId id="319" r:id="rId6"/>
    <p:sldId id="320" r:id="rId7"/>
    <p:sldId id="321" r:id="rId8"/>
    <p:sldId id="322" r:id="rId9"/>
    <p:sldId id="345" r:id="rId10"/>
    <p:sldId id="327" r:id="rId11"/>
    <p:sldId id="328" r:id="rId12"/>
    <p:sldId id="329" r:id="rId13"/>
    <p:sldId id="355" r:id="rId14"/>
    <p:sldId id="331" r:id="rId15"/>
    <p:sldId id="330" r:id="rId16"/>
    <p:sldId id="323" r:id="rId17"/>
    <p:sldId id="350" r:id="rId18"/>
    <p:sldId id="337" r:id="rId19"/>
    <p:sldId id="360" r:id="rId20"/>
    <p:sldId id="332" r:id="rId21"/>
    <p:sldId id="358" r:id="rId22"/>
    <p:sldId id="356" r:id="rId23"/>
    <p:sldId id="357" r:id="rId24"/>
    <p:sldId id="361" r:id="rId25"/>
    <p:sldId id="362" r:id="rId26"/>
    <p:sldId id="363" r:id="rId27"/>
    <p:sldId id="364" r:id="rId28"/>
    <p:sldId id="365" r:id="rId29"/>
    <p:sldId id="334" r:id="rId30"/>
    <p:sldId id="333" r:id="rId31"/>
    <p:sldId id="335" r:id="rId32"/>
    <p:sldId id="340" r:id="rId33"/>
    <p:sldId id="348" r:id="rId34"/>
    <p:sldId id="341" r:id="rId35"/>
    <p:sldId id="342" r:id="rId36"/>
    <p:sldId id="346" r:id="rId37"/>
    <p:sldId id="343" r:id="rId38"/>
    <p:sldId id="366" r:id="rId39"/>
    <p:sldId id="367" r:id="rId40"/>
    <p:sldId id="351" r:id="rId41"/>
    <p:sldId id="353" r:id="rId42"/>
    <p:sldId id="314" r:id="rId43"/>
    <p:sldId id="315" r:id="rId44"/>
    <p:sldId id="316" r:id="rId45"/>
    <p:sldId id="36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161237-2A6B-4D2F-AB8D-F8C209813A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CEF2E2D3-5C5F-4468-A566-1E3CA3D7CDD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 Deep Dive</a:t>
          </a:r>
        </a:p>
      </dgm:t>
    </dgm:pt>
    <dgm:pt modelId="{FE3AC735-F028-447A-A0DE-7D1751DA00A6}" type="parTrans" cxnId="{A8EF670B-74D6-41E7-AD0B-8503CFF73E6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57D538-0219-4946-ACB3-8FDFB8B1F009}" type="sibTrans" cxnId="{A8EF670B-74D6-41E7-AD0B-8503CFF73E6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0EB507-E99A-4688-AA64-ED5A8ABFC70C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and Classification</a:t>
          </a:r>
        </a:p>
      </dgm:t>
    </dgm:pt>
    <dgm:pt modelId="{E9E89554-BA7F-4764-BF7B-5F75D5564A2E}" type="parTrans" cxnId="{451F548B-40D1-4E4D-BB42-AC84658F233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536E0D-CD94-4FF2-A7C4-A1EFB04FEC40}" type="sibTrans" cxnId="{451F548B-40D1-4E4D-BB42-AC84658F233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9ECC71-3551-433B-A3DF-F3C8A3D0E968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More on Classification…</a:t>
          </a:r>
        </a:p>
      </dgm:t>
    </dgm:pt>
    <dgm:pt modelId="{9809DAFE-14F7-4083-8F5B-CFE50385E808}" type="parTrans" cxnId="{E1F902CE-BF55-4E1E-9BD8-748E77F310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8F4361-55E5-43A5-84DB-9A553B9A2BE9}" type="sibTrans" cxnId="{E1F902CE-BF55-4E1E-9BD8-748E77F310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BCAC3B-3D45-4356-A56C-433E056F807A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Overview</a:t>
          </a:r>
        </a:p>
      </dgm:t>
    </dgm:pt>
    <dgm:pt modelId="{E868468F-8DDE-4A2C-806F-093F73D03027}" type="parTrans" cxnId="{A3BBB4C5-6A5C-45C2-91B5-8DFE34B5118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FDDA7B-1EC9-48A4-8080-9231A0761C6F}" type="sibTrans" cxnId="{A3BBB4C5-6A5C-45C2-91B5-8DFE34B5118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247D43-F5E6-4E9D-AE56-B1E2F935F8F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Types of ML</a:t>
          </a:r>
        </a:p>
      </dgm:t>
    </dgm:pt>
    <dgm:pt modelId="{083CBF92-2202-45DE-A73A-A801D32D6A88}" type="parTrans" cxnId="{7706CD2A-98C0-4E65-B06E-89B11BCEF0D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9DA551-A4E5-4D6F-A9CD-AB6F7EAA81AC}" type="sibTrans" cxnId="{7706CD2A-98C0-4E65-B06E-89B11BCEF0D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42BFB-53F4-4C95-BEED-711457E12C4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 Algorithms</a:t>
          </a:r>
        </a:p>
      </dgm:t>
    </dgm:pt>
    <dgm:pt modelId="{88F7CC87-9CB2-4D7C-B902-52828555D6D3}" type="parTrans" cxnId="{A50B0E18-00A1-4FB0-AFAE-3084D2B6BBAF}">
      <dgm:prSet/>
      <dgm:spPr/>
      <dgm:t>
        <a:bodyPr/>
        <a:lstStyle/>
        <a:p>
          <a:endParaRPr lang="en-US"/>
        </a:p>
      </dgm:t>
    </dgm:pt>
    <dgm:pt modelId="{340C0951-D7D2-40B4-88CF-07E7C485F8FD}" type="sibTrans" cxnId="{A50B0E18-00A1-4FB0-AFAE-3084D2B6BBAF}">
      <dgm:prSet/>
      <dgm:spPr/>
      <dgm:t>
        <a:bodyPr/>
        <a:lstStyle/>
        <a:p>
          <a:endParaRPr lang="en-US"/>
        </a:p>
      </dgm:t>
    </dgm:pt>
    <dgm:pt modelId="{B2D7276C-8A89-45BF-B634-8A8DA5EFCE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Workflow + Home assignment</a:t>
          </a:r>
        </a:p>
      </dgm:t>
    </dgm:pt>
    <dgm:pt modelId="{36FCFFD8-C2FD-4C1E-BA21-362FE5A8E4BE}" type="parTrans" cxnId="{271DBAE9-906F-42D7-8150-402569489D6E}">
      <dgm:prSet/>
      <dgm:spPr/>
      <dgm:t>
        <a:bodyPr/>
        <a:lstStyle/>
        <a:p>
          <a:endParaRPr lang="en-US"/>
        </a:p>
      </dgm:t>
    </dgm:pt>
    <dgm:pt modelId="{D0D5916F-F43B-4F9D-A0BA-95FA2E05F273}" type="sibTrans" cxnId="{271DBAE9-906F-42D7-8150-402569489D6E}">
      <dgm:prSet/>
      <dgm:spPr/>
      <dgm:t>
        <a:bodyPr/>
        <a:lstStyle/>
        <a:p>
          <a:endParaRPr lang="en-US"/>
        </a:p>
      </dgm:t>
    </dgm:pt>
    <dgm:pt modelId="{DC8C9A38-15E9-43EB-8EA1-A158E70E2194}" type="pres">
      <dgm:prSet presAssocID="{F2161237-2A6B-4D2F-AB8D-F8C209813AFF}" presName="Name0" presStyleCnt="0">
        <dgm:presLayoutVars>
          <dgm:chMax val="7"/>
          <dgm:chPref val="7"/>
          <dgm:dir/>
        </dgm:presLayoutVars>
      </dgm:prSet>
      <dgm:spPr/>
    </dgm:pt>
    <dgm:pt modelId="{2E9403D9-EBD7-464F-969D-7781D2E5453E}" type="pres">
      <dgm:prSet presAssocID="{F2161237-2A6B-4D2F-AB8D-F8C209813AFF}" presName="Name1" presStyleCnt="0"/>
      <dgm:spPr/>
    </dgm:pt>
    <dgm:pt modelId="{D4A7B339-E1E4-4C5A-B94D-F65ED72C7770}" type="pres">
      <dgm:prSet presAssocID="{F2161237-2A6B-4D2F-AB8D-F8C209813AFF}" presName="cycle" presStyleCnt="0"/>
      <dgm:spPr/>
    </dgm:pt>
    <dgm:pt modelId="{4602E8B0-1912-46F6-97A1-226E6340F367}" type="pres">
      <dgm:prSet presAssocID="{F2161237-2A6B-4D2F-AB8D-F8C209813AFF}" presName="srcNode" presStyleLbl="node1" presStyleIdx="0" presStyleCnt="7"/>
      <dgm:spPr/>
    </dgm:pt>
    <dgm:pt modelId="{BBDA452B-6FFB-468D-835E-DA3D860EDFB9}" type="pres">
      <dgm:prSet presAssocID="{F2161237-2A6B-4D2F-AB8D-F8C209813AFF}" presName="conn" presStyleLbl="parChTrans1D2" presStyleIdx="0" presStyleCnt="1"/>
      <dgm:spPr/>
    </dgm:pt>
    <dgm:pt modelId="{BE3D0F8D-A2E7-4EBF-A3F3-9B4467DBDA38}" type="pres">
      <dgm:prSet presAssocID="{F2161237-2A6B-4D2F-AB8D-F8C209813AFF}" presName="extraNode" presStyleLbl="node1" presStyleIdx="0" presStyleCnt="7"/>
      <dgm:spPr/>
    </dgm:pt>
    <dgm:pt modelId="{801AD3CB-C503-4C97-9C61-60F19AFCCC73}" type="pres">
      <dgm:prSet presAssocID="{F2161237-2A6B-4D2F-AB8D-F8C209813AFF}" presName="dstNode" presStyleLbl="node1" presStyleIdx="0" presStyleCnt="7"/>
      <dgm:spPr/>
    </dgm:pt>
    <dgm:pt modelId="{5BBCAFEE-9D6E-42B2-B271-258B588CA6E8}" type="pres">
      <dgm:prSet presAssocID="{94BCAC3B-3D45-4356-A56C-433E056F807A}" presName="text_1" presStyleLbl="node1" presStyleIdx="0" presStyleCnt="7">
        <dgm:presLayoutVars>
          <dgm:bulletEnabled val="1"/>
        </dgm:presLayoutVars>
      </dgm:prSet>
      <dgm:spPr/>
    </dgm:pt>
    <dgm:pt modelId="{436EE7D0-69B9-4E7E-B51A-ABD96E223889}" type="pres">
      <dgm:prSet presAssocID="{94BCAC3B-3D45-4356-A56C-433E056F807A}" presName="accent_1" presStyleCnt="0"/>
      <dgm:spPr/>
    </dgm:pt>
    <dgm:pt modelId="{C8F94678-BB25-48F5-9EB0-829EFD26130E}" type="pres">
      <dgm:prSet presAssocID="{94BCAC3B-3D45-4356-A56C-433E056F807A}" presName="accentRepeatNode" presStyleLbl="solidFgAcc1" presStyleIdx="0" presStyleCnt="7"/>
      <dgm:spPr/>
    </dgm:pt>
    <dgm:pt modelId="{F37EFB67-8019-4FF2-87C7-005708705131}" type="pres">
      <dgm:prSet presAssocID="{B5247D43-F5E6-4E9D-AE56-B1E2F935F8FE}" presName="text_2" presStyleLbl="node1" presStyleIdx="1" presStyleCnt="7">
        <dgm:presLayoutVars>
          <dgm:bulletEnabled val="1"/>
        </dgm:presLayoutVars>
      </dgm:prSet>
      <dgm:spPr/>
    </dgm:pt>
    <dgm:pt modelId="{092B8E14-FF3D-431B-B39E-AEB325A9C58A}" type="pres">
      <dgm:prSet presAssocID="{B5247D43-F5E6-4E9D-AE56-B1E2F935F8FE}" presName="accent_2" presStyleCnt="0"/>
      <dgm:spPr/>
    </dgm:pt>
    <dgm:pt modelId="{3084001F-83F3-46FC-B536-96D2F6DE3493}" type="pres">
      <dgm:prSet presAssocID="{B5247D43-F5E6-4E9D-AE56-B1E2F935F8FE}" presName="accentRepeatNode" presStyleLbl="solidFgAcc1" presStyleIdx="1" presStyleCnt="7"/>
      <dgm:spPr/>
    </dgm:pt>
    <dgm:pt modelId="{7B253E26-B0A5-4B0F-8719-660F224B7C89}" type="pres">
      <dgm:prSet presAssocID="{CEF2E2D3-5C5F-4468-A566-1E3CA3D7CDD2}" presName="text_3" presStyleLbl="node1" presStyleIdx="2" presStyleCnt="7">
        <dgm:presLayoutVars>
          <dgm:bulletEnabled val="1"/>
        </dgm:presLayoutVars>
      </dgm:prSet>
      <dgm:spPr/>
    </dgm:pt>
    <dgm:pt modelId="{E6DB3C0B-E570-4B8B-A9BA-4D9B828EDB86}" type="pres">
      <dgm:prSet presAssocID="{CEF2E2D3-5C5F-4468-A566-1E3CA3D7CDD2}" presName="accent_3" presStyleCnt="0"/>
      <dgm:spPr/>
    </dgm:pt>
    <dgm:pt modelId="{51252450-6459-4396-BE02-766F48544AB2}" type="pres">
      <dgm:prSet presAssocID="{CEF2E2D3-5C5F-4468-A566-1E3CA3D7CDD2}" presName="accentRepeatNode" presStyleLbl="solidFgAcc1" presStyleIdx="2" presStyleCnt="7"/>
      <dgm:spPr/>
    </dgm:pt>
    <dgm:pt modelId="{1C668F01-0108-43A2-91C2-F2B2A8EFA791}" type="pres">
      <dgm:prSet presAssocID="{950EB507-E99A-4688-AA64-ED5A8ABFC70C}" presName="text_4" presStyleLbl="node1" presStyleIdx="3" presStyleCnt="7">
        <dgm:presLayoutVars>
          <dgm:bulletEnabled val="1"/>
        </dgm:presLayoutVars>
      </dgm:prSet>
      <dgm:spPr/>
    </dgm:pt>
    <dgm:pt modelId="{BA6E544E-A869-45E6-8A9F-7429CE6F040F}" type="pres">
      <dgm:prSet presAssocID="{950EB507-E99A-4688-AA64-ED5A8ABFC70C}" presName="accent_4" presStyleCnt="0"/>
      <dgm:spPr/>
    </dgm:pt>
    <dgm:pt modelId="{E62DF8A7-EF3F-4952-9C36-BC7B3FE0133C}" type="pres">
      <dgm:prSet presAssocID="{950EB507-E99A-4688-AA64-ED5A8ABFC70C}" presName="accentRepeatNode" presStyleLbl="solidFgAcc1" presStyleIdx="3" presStyleCnt="7"/>
      <dgm:spPr/>
    </dgm:pt>
    <dgm:pt modelId="{0296CA1F-4950-4537-BF0F-146FEBB1448E}" type="pres">
      <dgm:prSet presAssocID="{919ECC71-3551-433B-A3DF-F3C8A3D0E968}" presName="text_5" presStyleLbl="node1" presStyleIdx="4" presStyleCnt="7">
        <dgm:presLayoutVars>
          <dgm:bulletEnabled val="1"/>
        </dgm:presLayoutVars>
      </dgm:prSet>
      <dgm:spPr/>
    </dgm:pt>
    <dgm:pt modelId="{78898655-326C-431E-9855-57715E96B10C}" type="pres">
      <dgm:prSet presAssocID="{919ECC71-3551-433B-A3DF-F3C8A3D0E968}" presName="accent_5" presStyleCnt="0"/>
      <dgm:spPr/>
    </dgm:pt>
    <dgm:pt modelId="{ED9163F2-F8DC-4BB1-AD75-4592C077241B}" type="pres">
      <dgm:prSet presAssocID="{919ECC71-3551-433B-A3DF-F3C8A3D0E968}" presName="accentRepeatNode" presStyleLbl="solidFgAcc1" presStyleIdx="4" presStyleCnt="7"/>
      <dgm:spPr/>
    </dgm:pt>
    <dgm:pt modelId="{179A6322-940B-4DD0-AA51-40FF5183A87E}" type="pres">
      <dgm:prSet presAssocID="{52642BFB-53F4-4C95-BEED-711457E12C44}" presName="text_6" presStyleLbl="node1" presStyleIdx="5" presStyleCnt="7">
        <dgm:presLayoutVars>
          <dgm:bulletEnabled val="1"/>
        </dgm:presLayoutVars>
      </dgm:prSet>
      <dgm:spPr/>
    </dgm:pt>
    <dgm:pt modelId="{C75549AC-2B21-436E-A123-249FDBD79A5B}" type="pres">
      <dgm:prSet presAssocID="{52642BFB-53F4-4C95-BEED-711457E12C44}" presName="accent_6" presStyleCnt="0"/>
      <dgm:spPr/>
    </dgm:pt>
    <dgm:pt modelId="{7CB83AA2-C47B-4B7B-B71C-CA4516914FEC}" type="pres">
      <dgm:prSet presAssocID="{52642BFB-53F4-4C95-BEED-711457E12C44}" presName="accentRepeatNode" presStyleLbl="solidFgAcc1" presStyleIdx="5" presStyleCnt="7"/>
      <dgm:spPr/>
    </dgm:pt>
    <dgm:pt modelId="{F9179B16-3713-47FE-81CC-F64B1CBE45A9}" type="pres">
      <dgm:prSet presAssocID="{B2D7276C-8A89-45BF-B634-8A8DA5EFCEB4}" presName="text_7" presStyleLbl="node1" presStyleIdx="6" presStyleCnt="7">
        <dgm:presLayoutVars>
          <dgm:bulletEnabled val="1"/>
        </dgm:presLayoutVars>
      </dgm:prSet>
      <dgm:spPr/>
    </dgm:pt>
    <dgm:pt modelId="{109901B1-A583-4B39-955B-74B74148FA82}" type="pres">
      <dgm:prSet presAssocID="{B2D7276C-8A89-45BF-B634-8A8DA5EFCEB4}" presName="accent_7" presStyleCnt="0"/>
      <dgm:spPr/>
    </dgm:pt>
    <dgm:pt modelId="{D8A0DAC4-C548-4C24-8946-6FBAEB18D0E5}" type="pres">
      <dgm:prSet presAssocID="{B2D7276C-8A89-45BF-B634-8A8DA5EFCEB4}" presName="accentRepeatNode" presStyleLbl="solidFgAcc1" presStyleIdx="6" presStyleCnt="7"/>
      <dgm:spPr/>
    </dgm:pt>
  </dgm:ptLst>
  <dgm:cxnLst>
    <dgm:cxn modelId="{F5F26109-415F-4F72-9B06-A1F540DBB39B}" type="presOf" srcId="{52642BFB-53F4-4C95-BEED-711457E12C44}" destId="{179A6322-940B-4DD0-AA51-40FF5183A87E}" srcOrd="0" destOrd="0" presId="urn:microsoft.com/office/officeart/2008/layout/VerticalCurvedList"/>
    <dgm:cxn modelId="{A8EF670B-74D6-41E7-AD0B-8503CFF73E68}" srcId="{F2161237-2A6B-4D2F-AB8D-F8C209813AFF}" destId="{CEF2E2D3-5C5F-4468-A566-1E3CA3D7CDD2}" srcOrd="2" destOrd="0" parTransId="{FE3AC735-F028-447A-A0DE-7D1751DA00A6}" sibTransId="{4F57D538-0219-4946-ACB3-8FDFB8B1F009}"/>
    <dgm:cxn modelId="{A50B0E18-00A1-4FB0-AFAE-3084D2B6BBAF}" srcId="{F2161237-2A6B-4D2F-AB8D-F8C209813AFF}" destId="{52642BFB-53F4-4C95-BEED-711457E12C44}" srcOrd="5" destOrd="0" parTransId="{88F7CC87-9CB2-4D7C-B902-52828555D6D3}" sibTransId="{340C0951-D7D2-40B4-88CF-07E7C485F8FD}"/>
    <dgm:cxn modelId="{7706CD2A-98C0-4E65-B06E-89B11BCEF0DF}" srcId="{F2161237-2A6B-4D2F-AB8D-F8C209813AFF}" destId="{B5247D43-F5E6-4E9D-AE56-B1E2F935F8FE}" srcOrd="1" destOrd="0" parTransId="{083CBF92-2202-45DE-A73A-A801D32D6A88}" sibTransId="{CB9DA551-A4E5-4D6F-A9CD-AB6F7EAA81AC}"/>
    <dgm:cxn modelId="{EBFE7B44-E3BC-4183-B244-8F66E3433063}" type="presOf" srcId="{94BCAC3B-3D45-4356-A56C-433E056F807A}" destId="{5BBCAFEE-9D6E-42B2-B271-258B588CA6E8}" srcOrd="0" destOrd="0" presId="urn:microsoft.com/office/officeart/2008/layout/VerticalCurvedList"/>
    <dgm:cxn modelId="{70F5124E-5FA7-4201-8535-90CAC0567A81}" type="presOf" srcId="{CEF2E2D3-5C5F-4468-A566-1E3CA3D7CDD2}" destId="{7B253E26-B0A5-4B0F-8719-660F224B7C89}" srcOrd="0" destOrd="0" presId="urn:microsoft.com/office/officeart/2008/layout/VerticalCurvedList"/>
    <dgm:cxn modelId="{96340657-B5FB-4FCE-9EA0-2EA09CC84197}" type="presOf" srcId="{950EB507-E99A-4688-AA64-ED5A8ABFC70C}" destId="{1C668F01-0108-43A2-91C2-F2B2A8EFA791}" srcOrd="0" destOrd="0" presId="urn:microsoft.com/office/officeart/2008/layout/VerticalCurvedList"/>
    <dgm:cxn modelId="{EB760A7D-609B-4AA5-BDDF-2C8C712C64F3}" type="presOf" srcId="{B2D7276C-8A89-45BF-B634-8A8DA5EFCEB4}" destId="{F9179B16-3713-47FE-81CC-F64B1CBE45A9}" srcOrd="0" destOrd="0" presId="urn:microsoft.com/office/officeart/2008/layout/VerticalCurvedList"/>
    <dgm:cxn modelId="{451F548B-40D1-4E4D-BB42-AC84658F233C}" srcId="{F2161237-2A6B-4D2F-AB8D-F8C209813AFF}" destId="{950EB507-E99A-4688-AA64-ED5A8ABFC70C}" srcOrd="3" destOrd="0" parTransId="{E9E89554-BA7F-4764-BF7B-5F75D5564A2E}" sibTransId="{21536E0D-CD94-4FF2-A7C4-A1EFB04FEC40}"/>
    <dgm:cxn modelId="{D167EF94-17AF-40CA-9FCF-3173966813B8}" type="presOf" srcId="{54FDDA7B-1EC9-48A4-8080-9231A0761C6F}" destId="{BBDA452B-6FFB-468D-835E-DA3D860EDFB9}" srcOrd="0" destOrd="0" presId="urn:microsoft.com/office/officeart/2008/layout/VerticalCurvedList"/>
    <dgm:cxn modelId="{EAE8C69D-8C62-4B6B-9742-D1F2EB09C333}" type="presOf" srcId="{F2161237-2A6B-4D2F-AB8D-F8C209813AFF}" destId="{DC8C9A38-15E9-43EB-8EA1-A158E70E2194}" srcOrd="0" destOrd="0" presId="urn:microsoft.com/office/officeart/2008/layout/VerticalCurvedList"/>
    <dgm:cxn modelId="{A3BBB4C5-6A5C-45C2-91B5-8DFE34B51181}" srcId="{F2161237-2A6B-4D2F-AB8D-F8C209813AFF}" destId="{94BCAC3B-3D45-4356-A56C-433E056F807A}" srcOrd="0" destOrd="0" parTransId="{E868468F-8DDE-4A2C-806F-093F73D03027}" sibTransId="{54FDDA7B-1EC9-48A4-8080-9231A0761C6F}"/>
    <dgm:cxn modelId="{E1F902CE-BF55-4E1E-9BD8-748E77F3107A}" srcId="{F2161237-2A6B-4D2F-AB8D-F8C209813AFF}" destId="{919ECC71-3551-433B-A3DF-F3C8A3D0E968}" srcOrd="4" destOrd="0" parTransId="{9809DAFE-14F7-4083-8F5B-CFE50385E808}" sibTransId="{EB8F4361-55E5-43A5-84DB-9A553B9A2BE9}"/>
    <dgm:cxn modelId="{CDD23CE3-A88A-4357-9011-DFD7B8E64A57}" type="presOf" srcId="{919ECC71-3551-433B-A3DF-F3C8A3D0E968}" destId="{0296CA1F-4950-4537-BF0F-146FEBB1448E}" srcOrd="0" destOrd="0" presId="urn:microsoft.com/office/officeart/2008/layout/VerticalCurvedList"/>
    <dgm:cxn modelId="{57DBF1E8-770F-4231-AC38-D099DD071B78}" type="presOf" srcId="{B5247D43-F5E6-4E9D-AE56-B1E2F935F8FE}" destId="{F37EFB67-8019-4FF2-87C7-005708705131}" srcOrd="0" destOrd="0" presId="urn:microsoft.com/office/officeart/2008/layout/VerticalCurvedList"/>
    <dgm:cxn modelId="{271DBAE9-906F-42D7-8150-402569489D6E}" srcId="{F2161237-2A6B-4D2F-AB8D-F8C209813AFF}" destId="{B2D7276C-8A89-45BF-B634-8A8DA5EFCEB4}" srcOrd="6" destOrd="0" parTransId="{36FCFFD8-C2FD-4C1E-BA21-362FE5A8E4BE}" sibTransId="{D0D5916F-F43B-4F9D-A0BA-95FA2E05F273}"/>
    <dgm:cxn modelId="{749E4E0E-0341-4A11-BAF2-D60B45CB09A8}" type="presParOf" srcId="{DC8C9A38-15E9-43EB-8EA1-A158E70E2194}" destId="{2E9403D9-EBD7-464F-969D-7781D2E5453E}" srcOrd="0" destOrd="0" presId="urn:microsoft.com/office/officeart/2008/layout/VerticalCurvedList"/>
    <dgm:cxn modelId="{3D967CA5-612D-4D3C-BB64-8E371B1DFF53}" type="presParOf" srcId="{2E9403D9-EBD7-464F-969D-7781D2E5453E}" destId="{D4A7B339-E1E4-4C5A-B94D-F65ED72C7770}" srcOrd="0" destOrd="0" presId="urn:microsoft.com/office/officeart/2008/layout/VerticalCurvedList"/>
    <dgm:cxn modelId="{6595AF66-09CB-433C-AD7E-C3B9B9E5A47B}" type="presParOf" srcId="{D4A7B339-E1E4-4C5A-B94D-F65ED72C7770}" destId="{4602E8B0-1912-46F6-97A1-226E6340F367}" srcOrd="0" destOrd="0" presId="urn:microsoft.com/office/officeart/2008/layout/VerticalCurvedList"/>
    <dgm:cxn modelId="{E5707F09-88E3-4AD1-9293-B2D8A8C93854}" type="presParOf" srcId="{D4A7B339-E1E4-4C5A-B94D-F65ED72C7770}" destId="{BBDA452B-6FFB-468D-835E-DA3D860EDFB9}" srcOrd="1" destOrd="0" presId="urn:microsoft.com/office/officeart/2008/layout/VerticalCurvedList"/>
    <dgm:cxn modelId="{02176C83-0BD6-4D85-8750-FDE3E57BF211}" type="presParOf" srcId="{D4A7B339-E1E4-4C5A-B94D-F65ED72C7770}" destId="{BE3D0F8D-A2E7-4EBF-A3F3-9B4467DBDA38}" srcOrd="2" destOrd="0" presId="urn:microsoft.com/office/officeart/2008/layout/VerticalCurvedList"/>
    <dgm:cxn modelId="{B293C92A-5191-48AA-AD28-984B01180699}" type="presParOf" srcId="{D4A7B339-E1E4-4C5A-B94D-F65ED72C7770}" destId="{801AD3CB-C503-4C97-9C61-60F19AFCCC73}" srcOrd="3" destOrd="0" presId="urn:microsoft.com/office/officeart/2008/layout/VerticalCurvedList"/>
    <dgm:cxn modelId="{3397EDB6-0FA8-4E26-A681-A6B162D57C3C}" type="presParOf" srcId="{2E9403D9-EBD7-464F-969D-7781D2E5453E}" destId="{5BBCAFEE-9D6E-42B2-B271-258B588CA6E8}" srcOrd="1" destOrd="0" presId="urn:microsoft.com/office/officeart/2008/layout/VerticalCurvedList"/>
    <dgm:cxn modelId="{A600B462-AF2F-4C58-932A-E0DDE0CFFA0E}" type="presParOf" srcId="{2E9403D9-EBD7-464F-969D-7781D2E5453E}" destId="{436EE7D0-69B9-4E7E-B51A-ABD96E223889}" srcOrd="2" destOrd="0" presId="urn:microsoft.com/office/officeart/2008/layout/VerticalCurvedList"/>
    <dgm:cxn modelId="{AE958738-4E62-4B25-8497-5EA6FBA3BDCF}" type="presParOf" srcId="{436EE7D0-69B9-4E7E-B51A-ABD96E223889}" destId="{C8F94678-BB25-48F5-9EB0-829EFD26130E}" srcOrd="0" destOrd="0" presId="urn:microsoft.com/office/officeart/2008/layout/VerticalCurvedList"/>
    <dgm:cxn modelId="{C2611D51-8F5A-4729-8436-3EA0178214A1}" type="presParOf" srcId="{2E9403D9-EBD7-464F-969D-7781D2E5453E}" destId="{F37EFB67-8019-4FF2-87C7-005708705131}" srcOrd="3" destOrd="0" presId="urn:microsoft.com/office/officeart/2008/layout/VerticalCurvedList"/>
    <dgm:cxn modelId="{5F363A52-7580-4BDD-8AF2-86D055223DA0}" type="presParOf" srcId="{2E9403D9-EBD7-464F-969D-7781D2E5453E}" destId="{092B8E14-FF3D-431B-B39E-AEB325A9C58A}" srcOrd="4" destOrd="0" presId="urn:microsoft.com/office/officeart/2008/layout/VerticalCurvedList"/>
    <dgm:cxn modelId="{CF5B9C95-7168-4103-BCF2-98765E63FA6B}" type="presParOf" srcId="{092B8E14-FF3D-431B-B39E-AEB325A9C58A}" destId="{3084001F-83F3-46FC-B536-96D2F6DE3493}" srcOrd="0" destOrd="0" presId="urn:microsoft.com/office/officeart/2008/layout/VerticalCurvedList"/>
    <dgm:cxn modelId="{3F533173-1BAE-421C-AC35-68B2D7228591}" type="presParOf" srcId="{2E9403D9-EBD7-464F-969D-7781D2E5453E}" destId="{7B253E26-B0A5-4B0F-8719-660F224B7C89}" srcOrd="5" destOrd="0" presId="urn:microsoft.com/office/officeart/2008/layout/VerticalCurvedList"/>
    <dgm:cxn modelId="{02499781-91D5-4E73-8518-DB67DDC7435B}" type="presParOf" srcId="{2E9403D9-EBD7-464F-969D-7781D2E5453E}" destId="{E6DB3C0B-E570-4B8B-A9BA-4D9B828EDB86}" srcOrd="6" destOrd="0" presId="urn:microsoft.com/office/officeart/2008/layout/VerticalCurvedList"/>
    <dgm:cxn modelId="{CDBDAC99-9B65-493D-9759-5BDB3F9C9232}" type="presParOf" srcId="{E6DB3C0B-E570-4B8B-A9BA-4D9B828EDB86}" destId="{51252450-6459-4396-BE02-766F48544AB2}" srcOrd="0" destOrd="0" presId="urn:microsoft.com/office/officeart/2008/layout/VerticalCurvedList"/>
    <dgm:cxn modelId="{71B9C0F4-FB19-415B-9204-0C1442CA168E}" type="presParOf" srcId="{2E9403D9-EBD7-464F-969D-7781D2E5453E}" destId="{1C668F01-0108-43A2-91C2-F2B2A8EFA791}" srcOrd="7" destOrd="0" presId="urn:microsoft.com/office/officeart/2008/layout/VerticalCurvedList"/>
    <dgm:cxn modelId="{B5295879-EAFF-435C-9433-8A61EE46DAF4}" type="presParOf" srcId="{2E9403D9-EBD7-464F-969D-7781D2E5453E}" destId="{BA6E544E-A869-45E6-8A9F-7429CE6F040F}" srcOrd="8" destOrd="0" presId="urn:microsoft.com/office/officeart/2008/layout/VerticalCurvedList"/>
    <dgm:cxn modelId="{534468E8-1BC9-4188-945A-170A4515773E}" type="presParOf" srcId="{BA6E544E-A869-45E6-8A9F-7429CE6F040F}" destId="{E62DF8A7-EF3F-4952-9C36-BC7B3FE0133C}" srcOrd="0" destOrd="0" presId="urn:microsoft.com/office/officeart/2008/layout/VerticalCurvedList"/>
    <dgm:cxn modelId="{48A38FBD-33E7-4FA4-9374-CDE36E148BBC}" type="presParOf" srcId="{2E9403D9-EBD7-464F-969D-7781D2E5453E}" destId="{0296CA1F-4950-4537-BF0F-146FEBB1448E}" srcOrd="9" destOrd="0" presId="urn:microsoft.com/office/officeart/2008/layout/VerticalCurvedList"/>
    <dgm:cxn modelId="{8210EFD3-1222-45F0-984F-C5265047D031}" type="presParOf" srcId="{2E9403D9-EBD7-464F-969D-7781D2E5453E}" destId="{78898655-326C-431E-9855-57715E96B10C}" srcOrd="10" destOrd="0" presId="urn:microsoft.com/office/officeart/2008/layout/VerticalCurvedList"/>
    <dgm:cxn modelId="{9D784D76-BFB5-4F1E-8570-5DFD61D1EC80}" type="presParOf" srcId="{78898655-326C-431E-9855-57715E96B10C}" destId="{ED9163F2-F8DC-4BB1-AD75-4592C077241B}" srcOrd="0" destOrd="0" presId="urn:microsoft.com/office/officeart/2008/layout/VerticalCurvedList"/>
    <dgm:cxn modelId="{3332D9B0-9937-4E5F-9393-D51AC00ABEE2}" type="presParOf" srcId="{2E9403D9-EBD7-464F-969D-7781D2E5453E}" destId="{179A6322-940B-4DD0-AA51-40FF5183A87E}" srcOrd="11" destOrd="0" presId="urn:microsoft.com/office/officeart/2008/layout/VerticalCurvedList"/>
    <dgm:cxn modelId="{8C039545-6B50-4308-848C-2101ED55A90C}" type="presParOf" srcId="{2E9403D9-EBD7-464F-969D-7781D2E5453E}" destId="{C75549AC-2B21-436E-A123-249FDBD79A5B}" srcOrd="12" destOrd="0" presId="urn:microsoft.com/office/officeart/2008/layout/VerticalCurvedList"/>
    <dgm:cxn modelId="{99EA428F-7460-4746-8C13-4387DDD6D8E2}" type="presParOf" srcId="{C75549AC-2B21-436E-A123-249FDBD79A5B}" destId="{7CB83AA2-C47B-4B7B-B71C-CA4516914FEC}" srcOrd="0" destOrd="0" presId="urn:microsoft.com/office/officeart/2008/layout/VerticalCurvedList"/>
    <dgm:cxn modelId="{194EB0A7-09B2-4DD8-8964-48674B14F241}" type="presParOf" srcId="{2E9403D9-EBD7-464F-969D-7781D2E5453E}" destId="{F9179B16-3713-47FE-81CC-F64B1CBE45A9}" srcOrd="13" destOrd="0" presId="urn:microsoft.com/office/officeart/2008/layout/VerticalCurvedList"/>
    <dgm:cxn modelId="{D3B42C96-8CF8-4E37-9332-CBCDE450A168}" type="presParOf" srcId="{2E9403D9-EBD7-464F-969D-7781D2E5453E}" destId="{109901B1-A583-4B39-955B-74B74148FA82}" srcOrd="14" destOrd="0" presId="urn:microsoft.com/office/officeart/2008/layout/VerticalCurvedList"/>
    <dgm:cxn modelId="{68AD164E-51B8-44CA-8BED-93629D7F6E9C}" type="presParOf" srcId="{109901B1-A583-4B39-955B-74B74148FA82}" destId="{D8A0DAC4-C548-4C24-8946-6FBAEB18D0E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03E073-B0A5-4B4E-BACE-CAA1DE2196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2CF54B-11D7-4164-A9C4-FE16C9A5A1F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is a subset of AI that focuses on the development of computer algorithms that improve automatically through experience and use of data.</a:t>
          </a:r>
        </a:p>
      </dgm:t>
    </dgm:pt>
    <dgm:pt modelId="{C03C0ED6-5AF9-4CB7-9F9B-11CB35016E95}" type="parTrans" cxnId="{13CFE5FC-BD78-4901-A086-6AE3200FD27F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99DFDC-3114-4969-812C-BFC32A5C2590}" type="sibTrans" cxnId="{13CFE5FC-BD78-4901-A086-6AE3200FD27F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49EFE3-6C0D-47B1-9F2F-61CBE21E93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Machine learning enables computers to learn from data and make decisions or predictions without being explicitly programmed to do so.</a:t>
          </a:r>
        </a:p>
      </dgm:t>
    </dgm:pt>
    <dgm:pt modelId="{266A9778-5571-417A-8C4F-6C87131BA8D3}" type="parTrans" cxnId="{EACC7A7F-EAB2-4BA6-B97C-21A01089AD43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5BF4EB-3861-4F4E-A32B-6565F167AAA7}" type="sibTrans" cxnId="{EACC7A7F-EAB2-4BA6-B97C-21A01089AD43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9BBD9B-295E-4ACC-891E-13350966E6D3}" type="pres">
      <dgm:prSet presAssocID="{C903E073-B0A5-4B4E-BACE-CAA1DE219671}" presName="root" presStyleCnt="0">
        <dgm:presLayoutVars>
          <dgm:dir/>
          <dgm:resizeHandles val="exact"/>
        </dgm:presLayoutVars>
      </dgm:prSet>
      <dgm:spPr/>
    </dgm:pt>
    <dgm:pt modelId="{71C4A0F8-D12B-47DD-A2F7-EE08C3C86709}" type="pres">
      <dgm:prSet presAssocID="{5D2CF54B-11D7-4164-A9C4-FE16C9A5A1F8}" presName="compNode" presStyleCnt="0"/>
      <dgm:spPr/>
    </dgm:pt>
    <dgm:pt modelId="{2FF6406D-5151-428D-90CF-AC60B80D93D0}" type="pres">
      <dgm:prSet presAssocID="{5D2CF54B-11D7-4164-A9C4-FE16C9A5A1F8}" presName="bgRect" presStyleLbl="bgShp" presStyleIdx="0" presStyleCnt="2"/>
      <dgm:spPr/>
    </dgm:pt>
    <dgm:pt modelId="{17179EFF-FF5E-4599-AFF6-BDDF00BA1B95}" type="pres">
      <dgm:prSet presAssocID="{5D2CF54B-11D7-4164-A9C4-FE16C9A5A1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ator"/>
        </a:ext>
      </dgm:extLst>
    </dgm:pt>
    <dgm:pt modelId="{44CBF21A-EFD5-4CF8-8D1B-A2ABC27159DB}" type="pres">
      <dgm:prSet presAssocID="{5D2CF54B-11D7-4164-A9C4-FE16C9A5A1F8}" presName="spaceRect" presStyleCnt="0"/>
      <dgm:spPr/>
    </dgm:pt>
    <dgm:pt modelId="{F553BF68-1F43-47AD-900A-A4F202C1C8DC}" type="pres">
      <dgm:prSet presAssocID="{5D2CF54B-11D7-4164-A9C4-FE16C9A5A1F8}" presName="parTx" presStyleLbl="revTx" presStyleIdx="0" presStyleCnt="2">
        <dgm:presLayoutVars>
          <dgm:chMax val="0"/>
          <dgm:chPref val="0"/>
        </dgm:presLayoutVars>
      </dgm:prSet>
      <dgm:spPr/>
    </dgm:pt>
    <dgm:pt modelId="{A4B7C81F-626C-4A30-92B3-E67290131BAA}" type="pres">
      <dgm:prSet presAssocID="{9799DFDC-3114-4969-812C-BFC32A5C2590}" presName="sibTrans" presStyleCnt="0"/>
      <dgm:spPr/>
    </dgm:pt>
    <dgm:pt modelId="{61E879A9-16C7-4745-8D2C-4D9FA82A5F04}" type="pres">
      <dgm:prSet presAssocID="{CB49EFE3-6C0D-47B1-9F2F-61CBE21E9353}" presName="compNode" presStyleCnt="0"/>
      <dgm:spPr/>
    </dgm:pt>
    <dgm:pt modelId="{C7F5B102-9414-420E-BF6B-B1C27CF487C9}" type="pres">
      <dgm:prSet presAssocID="{CB49EFE3-6C0D-47B1-9F2F-61CBE21E9353}" presName="bgRect" presStyleLbl="bgShp" presStyleIdx="1" presStyleCnt="2"/>
      <dgm:spPr/>
    </dgm:pt>
    <dgm:pt modelId="{A8AB6C13-574D-4D5D-9EEB-752C76A50E57}" type="pres">
      <dgm:prSet presAssocID="{CB49EFE3-6C0D-47B1-9F2F-61CBE21E935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E37FD571-1CDC-47E7-8624-6D054D2A6C47}" type="pres">
      <dgm:prSet presAssocID="{CB49EFE3-6C0D-47B1-9F2F-61CBE21E9353}" presName="spaceRect" presStyleCnt="0"/>
      <dgm:spPr/>
    </dgm:pt>
    <dgm:pt modelId="{C2CB8E7B-0903-41BF-B91C-EC6C27E69EAD}" type="pres">
      <dgm:prSet presAssocID="{CB49EFE3-6C0D-47B1-9F2F-61CBE21E935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ACC7A7F-EAB2-4BA6-B97C-21A01089AD43}" srcId="{C903E073-B0A5-4B4E-BACE-CAA1DE219671}" destId="{CB49EFE3-6C0D-47B1-9F2F-61CBE21E9353}" srcOrd="1" destOrd="0" parTransId="{266A9778-5571-417A-8C4F-6C87131BA8D3}" sibTransId="{5F5BF4EB-3861-4F4E-A32B-6565F167AAA7}"/>
    <dgm:cxn modelId="{357B4494-0A73-46F9-826D-07806547763B}" type="presOf" srcId="{5D2CF54B-11D7-4164-A9C4-FE16C9A5A1F8}" destId="{F553BF68-1F43-47AD-900A-A4F202C1C8DC}" srcOrd="0" destOrd="0" presId="urn:microsoft.com/office/officeart/2018/2/layout/IconVerticalSolidList"/>
    <dgm:cxn modelId="{E77061B7-B0A2-44B6-AAF5-3B5BB82056F1}" type="presOf" srcId="{CB49EFE3-6C0D-47B1-9F2F-61CBE21E9353}" destId="{C2CB8E7B-0903-41BF-B91C-EC6C27E69EAD}" srcOrd="0" destOrd="0" presId="urn:microsoft.com/office/officeart/2018/2/layout/IconVerticalSolidList"/>
    <dgm:cxn modelId="{E5F4ACBA-2BB8-4A56-BE21-44E6B82508C0}" type="presOf" srcId="{C903E073-B0A5-4B4E-BACE-CAA1DE219671}" destId="{619BBD9B-295E-4ACC-891E-13350966E6D3}" srcOrd="0" destOrd="0" presId="urn:microsoft.com/office/officeart/2018/2/layout/IconVerticalSolidList"/>
    <dgm:cxn modelId="{13CFE5FC-BD78-4901-A086-6AE3200FD27F}" srcId="{C903E073-B0A5-4B4E-BACE-CAA1DE219671}" destId="{5D2CF54B-11D7-4164-A9C4-FE16C9A5A1F8}" srcOrd="0" destOrd="0" parTransId="{C03C0ED6-5AF9-4CB7-9F9B-11CB35016E95}" sibTransId="{9799DFDC-3114-4969-812C-BFC32A5C2590}"/>
    <dgm:cxn modelId="{15BA643E-07C3-427A-9964-9E1652295BF1}" type="presParOf" srcId="{619BBD9B-295E-4ACC-891E-13350966E6D3}" destId="{71C4A0F8-D12B-47DD-A2F7-EE08C3C86709}" srcOrd="0" destOrd="0" presId="urn:microsoft.com/office/officeart/2018/2/layout/IconVerticalSolidList"/>
    <dgm:cxn modelId="{458D0649-680B-4746-A63A-536D1B714E83}" type="presParOf" srcId="{71C4A0F8-D12B-47DD-A2F7-EE08C3C86709}" destId="{2FF6406D-5151-428D-90CF-AC60B80D93D0}" srcOrd="0" destOrd="0" presId="urn:microsoft.com/office/officeart/2018/2/layout/IconVerticalSolidList"/>
    <dgm:cxn modelId="{21858607-1528-4096-83F0-196DB92B39FB}" type="presParOf" srcId="{71C4A0F8-D12B-47DD-A2F7-EE08C3C86709}" destId="{17179EFF-FF5E-4599-AFF6-BDDF00BA1B95}" srcOrd="1" destOrd="0" presId="urn:microsoft.com/office/officeart/2018/2/layout/IconVerticalSolidList"/>
    <dgm:cxn modelId="{A503DEC5-9A54-47DE-830A-E9CC8565091E}" type="presParOf" srcId="{71C4A0F8-D12B-47DD-A2F7-EE08C3C86709}" destId="{44CBF21A-EFD5-4CF8-8D1B-A2ABC27159DB}" srcOrd="2" destOrd="0" presId="urn:microsoft.com/office/officeart/2018/2/layout/IconVerticalSolidList"/>
    <dgm:cxn modelId="{891E012D-4EB0-40C5-B575-71792E5E334E}" type="presParOf" srcId="{71C4A0F8-D12B-47DD-A2F7-EE08C3C86709}" destId="{F553BF68-1F43-47AD-900A-A4F202C1C8DC}" srcOrd="3" destOrd="0" presId="urn:microsoft.com/office/officeart/2018/2/layout/IconVerticalSolidList"/>
    <dgm:cxn modelId="{FE0142CF-3F2D-42A1-82BE-147ACB2242B8}" type="presParOf" srcId="{619BBD9B-295E-4ACC-891E-13350966E6D3}" destId="{A4B7C81F-626C-4A30-92B3-E67290131BAA}" srcOrd="1" destOrd="0" presId="urn:microsoft.com/office/officeart/2018/2/layout/IconVerticalSolidList"/>
    <dgm:cxn modelId="{531B3BD7-1DA1-47B9-936A-7027ADE8E016}" type="presParOf" srcId="{619BBD9B-295E-4ACC-891E-13350966E6D3}" destId="{61E879A9-16C7-4745-8D2C-4D9FA82A5F04}" srcOrd="2" destOrd="0" presId="urn:microsoft.com/office/officeart/2018/2/layout/IconVerticalSolidList"/>
    <dgm:cxn modelId="{90AF1EA0-B33C-46D2-B253-B05D3E2C7D6C}" type="presParOf" srcId="{61E879A9-16C7-4745-8D2C-4D9FA82A5F04}" destId="{C7F5B102-9414-420E-BF6B-B1C27CF487C9}" srcOrd="0" destOrd="0" presId="urn:microsoft.com/office/officeart/2018/2/layout/IconVerticalSolidList"/>
    <dgm:cxn modelId="{8498956E-03CE-4D86-9050-C8339C3F4416}" type="presParOf" srcId="{61E879A9-16C7-4745-8D2C-4D9FA82A5F04}" destId="{A8AB6C13-574D-4D5D-9EEB-752C76A50E57}" srcOrd="1" destOrd="0" presId="urn:microsoft.com/office/officeart/2018/2/layout/IconVerticalSolidList"/>
    <dgm:cxn modelId="{F317BFCE-B5E4-4A8D-85C6-DBB2EB9599CA}" type="presParOf" srcId="{61E879A9-16C7-4745-8D2C-4D9FA82A5F04}" destId="{E37FD571-1CDC-47E7-8624-6D054D2A6C47}" srcOrd="2" destOrd="0" presId="urn:microsoft.com/office/officeart/2018/2/layout/IconVerticalSolidList"/>
    <dgm:cxn modelId="{28632FA3-20E3-4BDF-BE6C-6F704CD69A79}" type="presParOf" srcId="{61E879A9-16C7-4745-8D2C-4D9FA82A5F04}" destId="{C2CB8E7B-0903-41BF-B91C-EC6C27E69E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F4F864-424E-468B-B714-4170D01F7E9D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101269E-0D52-49D2-97E3-12EBDE7B048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</a:t>
          </a:r>
        </a:p>
      </dgm:t>
    </dgm:pt>
    <dgm:pt modelId="{DFEFC249-685B-411B-9380-BE46CAC63017}" type="parTrans" cxnId="{03B7BAB3-C9F2-4570-B3D6-D68376AF7C1C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701867-A8BB-411A-A36C-33F48AD4ED02}" type="sibTrans" cxnId="{03B7BAB3-C9F2-4570-B3D6-D68376AF7C1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24E10-857B-4541-A9D4-160E631D1737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trained on a labeled dataset</a:t>
          </a:r>
        </a:p>
      </dgm:t>
    </dgm:pt>
    <dgm:pt modelId="{6359CAE8-6594-485F-A74B-891C659B0E5B}" type="parTrans" cxnId="{B4342A8F-D86D-4632-A4AC-D314F9D15896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0B22FE-6B16-45D3-8878-CB16E8BCB967}" type="sibTrans" cxnId="{B4342A8F-D86D-4632-A4AC-D314F9D1589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19FE0B-DF81-4223-AA9F-E01371FA7C11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 is accompanied by a label</a:t>
          </a:r>
        </a:p>
      </dgm:t>
    </dgm:pt>
    <dgm:pt modelId="{FCD00AE9-4667-4A0A-A183-A131127BE613}" type="parTrans" cxnId="{91A0A38A-81C5-4ACD-9AF7-FF305453D9B2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1A17C4-B21E-49B5-99D9-08AD2F3E6E76}" type="sibTrans" cxnId="{91A0A38A-81C5-4ACD-9AF7-FF305453D9B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C3CDF-721E-49CB-9245-831F5C4CB05C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Unsupervised Learning</a:t>
          </a:r>
        </a:p>
      </dgm:t>
    </dgm:pt>
    <dgm:pt modelId="{0C1AA9FC-3B22-4558-AE6D-A72C22D3DFCD}" type="parTrans" cxnId="{EEC7D543-59D0-4775-944B-775B25B56C36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4202AB-30CA-45F6-9AC7-A6ABB3EA72D4}" type="sibTrans" cxnId="{EEC7D543-59D0-4775-944B-775B25B56C3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74BB92-1E33-41C4-B540-83B3F2B98401}">
      <dgm:prSet phldrT="[Text]" custT="1"/>
      <dgm:spPr/>
      <dgm:t>
        <a:bodyPr/>
        <a:lstStyle/>
        <a:p>
          <a:r>
            <a:rPr lang="en-US" sz="1900">
              <a:latin typeface="Times New Roman" panose="02020603050405020304" pitchFamily="18" charset="0"/>
              <a:cs typeface="Times New Roman" panose="02020603050405020304" pitchFamily="18" charset="0"/>
            </a:rPr>
            <a:t>unlabeled dataset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269080-5FF0-4EC4-9FB2-9EAC9C27FA08}" type="parTrans" cxnId="{437D49BE-3FC7-4F75-B3DC-9AE4E1B670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93A698-81B0-4B45-B522-6E3DAD62DD3D}" type="sibTrans" cxnId="{437D49BE-3FC7-4F75-B3DC-9AE4E1B670F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9204C0-93D1-4744-A98C-49977BD19938}">
      <dgm:prSet phldrT="[Text]" custT="1"/>
      <dgm:spPr/>
      <dgm:t>
        <a:bodyPr/>
        <a:lstStyle/>
        <a:p>
          <a:r>
            <a:rPr lang="en-US" sz="1900">
              <a:latin typeface="Times New Roman" panose="02020603050405020304" pitchFamily="18" charset="0"/>
              <a:cs typeface="Times New Roman" panose="02020603050405020304" pitchFamily="18" charset="0"/>
            </a:rPr>
            <a:t>The model is left to find patterns and relationships in the data on its own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3535C4-A78A-4EE2-9A13-CACD8F38A4F9}" type="parTrans" cxnId="{D72D9996-F7A8-4748-9FCD-E9DF7B5A728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C889C0-8361-4CFF-8305-7262B988DD4B}" type="sibTrans" cxnId="{D72D9996-F7A8-4748-9FCD-E9DF7B5A728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081143-E0DE-4060-AB02-46EDD5EDC711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Reinforcement Learning</a:t>
          </a:r>
        </a:p>
      </dgm:t>
    </dgm:pt>
    <dgm:pt modelId="{BE659486-E5F0-4810-B7C7-95BBE045BFDE}" type="parTrans" cxnId="{37513E03-DAE7-4EBE-A5EC-EF6ED693B01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924FC0-BE86-49B8-97CA-C36E2F6814B4}" type="sibTrans" cxnId="{37513E03-DAE7-4EBE-A5EC-EF6ED693B01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E3BA07-79AF-40B6-853D-D95B918E3DF5}">
      <dgm:prSet phldrT="[Text]" custT="1"/>
      <dgm:spPr/>
      <dgm:t>
        <a:bodyPr/>
        <a:lstStyle/>
        <a:p>
          <a:r>
            <a:rPr lang="en-US" sz="1900">
              <a:latin typeface="Times New Roman" panose="02020603050405020304" pitchFamily="18" charset="0"/>
              <a:cs typeface="Times New Roman" panose="02020603050405020304" pitchFamily="18" charset="0"/>
            </a:rPr>
            <a:t>Clustering</a:t>
          </a:r>
          <a:endParaRPr lang="en-US" sz="1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955D5C-731B-475F-97EF-B6636FC82477}" type="parTrans" cxnId="{F58ABFE1-53D9-407E-A103-4667897FD326}">
      <dgm:prSet/>
      <dgm:spPr/>
      <dgm:t>
        <a:bodyPr/>
        <a:lstStyle/>
        <a:p>
          <a:endParaRPr lang="en-US"/>
        </a:p>
      </dgm:t>
    </dgm:pt>
    <dgm:pt modelId="{9A906AF8-41E5-463F-B375-8B1D2BD867A6}" type="sibTrans" cxnId="{F58ABFE1-53D9-407E-A103-4667897FD326}">
      <dgm:prSet/>
      <dgm:spPr/>
      <dgm:t>
        <a:bodyPr/>
        <a:lstStyle/>
        <a:p>
          <a:endParaRPr lang="en-US"/>
        </a:p>
      </dgm:t>
    </dgm:pt>
    <dgm:pt modelId="{96A6C1E4-1A81-4BB1-8EA2-1F737C1876EE}">
      <dgm:prSet phldrT="[Text]"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rewards or penalties based on actions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B978F9-B195-4D73-81E9-53D2B0DE4D7D}" type="parTrans" cxnId="{DC96FF4D-83C6-45CB-8422-56233A686246}">
      <dgm:prSet/>
      <dgm:spPr/>
      <dgm:t>
        <a:bodyPr/>
        <a:lstStyle/>
        <a:p>
          <a:endParaRPr lang="en-US"/>
        </a:p>
      </dgm:t>
    </dgm:pt>
    <dgm:pt modelId="{B7A56CC0-5C00-48B5-BC06-FED66645DE8B}" type="sibTrans" cxnId="{DC96FF4D-83C6-45CB-8422-56233A686246}">
      <dgm:prSet/>
      <dgm:spPr/>
      <dgm:t>
        <a:bodyPr/>
        <a:lstStyle/>
        <a:p>
          <a:endParaRPr lang="en-US"/>
        </a:p>
      </dgm:t>
    </dgm:pt>
    <dgm:pt modelId="{DE155368-D2D2-44E8-9DA9-6F15E7C29F7A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1. Regression</a:t>
          </a:r>
          <a:b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</a:t>
          </a:r>
        </a:p>
      </dgm:t>
    </dgm:pt>
    <dgm:pt modelId="{3057E564-8FDF-4ACD-82F4-CD983E809F28}" type="parTrans" cxnId="{AA33042C-3D88-4B72-9B57-94EACF17AED9}">
      <dgm:prSet/>
      <dgm:spPr/>
      <dgm:t>
        <a:bodyPr/>
        <a:lstStyle/>
        <a:p>
          <a:endParaRPr lang="en-US"/>
        </a:p>
      </dgm:t>
    </dgm:pt>
    <dgm:pt modelId="{9E6EE5E4-31BE-416C-8961-7644B91E85D7}" type="sibTrans" cxnId="{AA33042C-3D88-4B72-9B57-94EACF17AED9}">
      <dgm:prSet/>
      <dgm:spPr/>
      <dgm:t>
        <a:bodyPr/>
        <a:lstStyle/>
        <a:p>
          <a:endParaRPr lang="en-US"/>
        </a:p>
      </dgm:t>
    </dgm:pt>
    <dgm:pt modelId="{61C14B0B-F0B7-47AD-9D67-BFA8D8266356}" type="pres">
      <dgm:prSet presAssocID="{CBF4F864-424E-468B-B714-4170D01F7E9D}" presName="Name0" presStyleCnt="0">
        <dgm:presLayoutVars>
          <dgm:dir/>
          <dgm:animLvl val="lvl"/>
          <dgm:resizeHandles val="exact"/>
        </dgm:presLayoutVars>
      </dgm:prSet>
      <dgm:spPr/>
    </dgm:pt>
    <dgm:pt modelId="{1ACAE130-1D2D-494D-B7D5-AA11D545E7F4}" type="pres">
      <dgm:prSet presAssocID="{5101269E-0D52-49D2-97E3-12EBDE7B0487}" presName="linNode" presStyleCnt="0"/>
      <dgm:spPr/>
    </dgm:pt>
    <dgm:pt modelId="{5DCB87F8-F52D-42B1-824B-6D47E5C6B8BF}" type="pres">
      <dgm:prSet presAssocID="{5101269E-0D52-49D2-97E3-12EBDE7B048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F2E3050-4689-4338-8E3D-C501F6E4C198}" type="pres">
      <dgm:prSet presAssocID="{5101269E-0D52-49D2-97E3-12EBDE7B0487}" presName="descendantText" presStyleLbl="alignAccFollowNode1" presStyleIdx="0" presStyleCnt="3">
        <dgm:presLayoutVars>
          <dgm:bulletEnabled val="1"/>
        </dgm:presLayoutVars>
      </dgm:prSet>
      <dgm:spPr/>
    </dgm:pt>
    <dgm:pt modelId="{CCD3C278-21FB-4A32-91B0-7DC81C07FEB1}" type="pres">
      <dgm:prSet presAssocID="{04701867-A8BB-411A-A36C-33F48AD4ED02}" presName="sp" presStyleCnt="0"/>
      <dgm:spPr/>
    </dgm:pt>
    <dgm:pt modelId="{509DBBFC-CB2B-4A2C-B609-268248466400}" type="pres">
      <dgm:prSet presAssocID="{765C3CDF-721E-49CB-9245-831F5C4CB05C}" presName="linNode" presStyleCnt="0"/>
      <dgm:spPr/>
    </dgm:pt>
    <dgm:pt modelId="{F7784D53-6755-48E4-8C85-3AF222EAA8F3}" type="pres">
      <dgm:prSet presAssocID="{765C3CDF-721E-49CB-9245-831F5C4CB05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DD4ED6E-0A59-48EC-87C3-EFD2422B6E3C}" type="pres">
      <dgm:prSet presAssocID="{765C3CDF-721E-49CB-9245-831F5C4CB05C}" presName="descendantText" presStyleLbl="alignAccFollowNode1" presStyleIdx="1" presStyleCnt="3">
        <dgm:presLayoutVars>
          <dgm:bulletEnabled val="1"/>
        </dgm:presLayoutVars>
      </dgm:prSet>
      <dgm:spPr/>
    </dgm:pt>
    <dgm:pt modelId="{4ADFB690-BCBC-4FCB-9399-892C57F679D3}" type="pres">
      <dgm:prSet presAssocID="{084202AB-30CA-45F6-9AC7-A6ABB3EA72D4}" presName="sp" presStyleCnt="0"/>
      <dgm:spPr/>
    </dgm:pt>
    <dgm:pt modelId="{44103123-C392-4C2D-B999-203CF127DFBF}" type="pres">
      <dgm:prSet presAssocID="{69081143-E0DE-4060-AB02-46EDD5EDC711}" presName="linNode" presStyleCnt="0"/>
      <dgm:spPr/>
    </dgm:pt>
    <dgm:pt modelId="{4318E60A-D0B5-4073-B19C-5E6CA1ABA680}" type="pres">
      <dgm:prSet presAssocID="{69081143-E0DE-4060-AB02-46EDD5EDC71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260E7D3-0D3C-4971-906B-DF90826C6956}" type="pres">
      <dgm:prSet presAssocID="{69081143-E0DE-4060-AB02-46EDD5EDC71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7513E03-DAE7-4EBE-A5EC-EF6ED693B01A}" srcId="{CBF4F864-424E-468B-B714-4170D01F7E9D}" destId="{69081143-E0DE-4060-AB02-46EDD5EDC711}" srcOrd="2" destOrd="0" parTransId="{BE659486-E5F0-4810-B7C7-95BBE045BFDE}" sibTransId="{E3924FC0-BE86-49B8-97CA-C36E2F6814B4}"/>
    <dgm:cxn modelId="{DCE70F1A-E73F-4A12-9621-0BF76824207A}" type="presOf" srcId="{6A9204C0-93D1-4744-A98C-49977BD19938}" destId="{3DD4ED6E-0A59-48EC-87C3-EFD2422B6E3C}" srcOrd="0" destOrd="1" presId="urn:microsoft.com/office/officeart/2005/8/layout/vList5"/>
    <dgm:cxn modelId="{AA33042C-3D88-4B72-9B57-94EACF17AED9}" srcId="{5101269E-0D52-49D2-97E3-12EBDE7B0487}" destId="{DE155368-D2D2-44E8-9DA9-6F15E7C29F7A}" srcOrd="2" destOrd="0" parTransId="{3057E564-8FDF-4ACD-82F4-CD983E809F28}" sibTransId="{9E6EE5E4-31BE-416C-8961-7644B91E85D7}"/>
    <dgm:cxn modelId="{EEC7D543-59D0-4775-944B-775B25B56C36}" srcId="{CBF4F864-424E-468B-B714-4170D01F7E9D}" destId="{765C3CDF-721E-49CB-9245-831F5C4CB05C}" srcOrd="1" destOrd="0" parTransId="{0C1AA9FC-3B22-4558-AE6D-A72C22D3DFCD}" sibTransId="{084202AB-30CA-45F6-9AC7-A6ABB3EA72D4}"/>
    <dgm:cxn modelId="{6DDBF364-6CAF-4BCC-8FC0-64D9A2D7436A}" type="presOf" srcId="{69081143-E0DE-4060-AB02-46EDD5EDC711}" destId="{4318E60A-D0B5-4073-B19C-5E6CA1ABA680}" srcOrd="0" destOrd="0" presId="urn:microsoft.com/office/officeart/2005/8/layout/vList5"/>
    <dgm:cxn modelId="{C943EA67-63B4-491A-8BF1-AB8FDD32BE69}" type="presOf" srcId="{5101269E-0D52-49D2-97E3-12EBDE7B0487}" destId="{5DCB87F8-F52D-42B1-824B-6D47E5C6B8BF}" srcOrd="0" destOrd="0" presId="urn:microsoft.com/office/officeart/2005/8/layout/vList5"/>
    <dgm:cxn modelId="{069A496D-D1A3-44E0-99DC-91D8F6FFCC8B}" type="presOf" srcId="{AA74BB92-1E33-41C4-B540-83B3F2B98401}" destId="{3DD4ED6E-0A59-48EC-87C3-EFD2422B6E3C}" srcOrd="0" destOrd="0" presId="urn:microsoft.com/office/officeart/2005/8/layout/vList5"/>
    <dgm:cxn modelId="{DC96FF4D-83C6-45CB-8422-56233A686246}" srcId="{69081143-E0DE-4060-AB02-46EDD5EDC711}" destId="{96A6C1E4-1A81-4BB1-8EA2-1F737C1876EE}" srcOrd="0" destOrd="0" parTransId="{03B978F9-B195-4D73-81E9-53D2B0DE4D7D}" sibTransId="{B7A56CC0-5C00-48B5-BC06-FED66645DE8B}"/>
    <dgm:cxn modelId="{526FBE51-EA5E-43D7-BE33-2CE5173A7D3D}" type="presOf" srcId="{8CE3BA07-79AF-40B6-853D-D95B918E3DF5}" destId="{3DD4ED6E-0A59-48EC-87C3-EFD2422B6E3C}" srcOrd="0" destOrd="2" presId="urn:microsoft.com/office/officeart/2005/8/layout/vList5"/>
    <dgm:cxn modelId="{B9247F54-4098-4856-BD3E-8939960CB937}" type="presOf" srcId="{765C3CDF-721E-49CB-9245-831F5C4CB05C}" destId="{F7784D53-6755-48E4-8C85-3AF222EAA8F3}" srcOrd="0" destOrd="0" presId="urn:microsoft.com/office/officeart/2005/8/layout/vList5"/>
    <dgm:cxn modelId="{1601AB7C-7BF4-403C-8B21-2CBDDEC040BD}" type="presOf" srcId="{96A6C1E4-1A81-4BB1-8EA2-1F737C1876EE}" destId="{0260E7D3-0D3C-4971-906B-DF90826C6956}" srcOrd="0" destOrd="0" presId="urn:microsoft.com/office/officeart/2005/8/layout/vList5"/>
    <dgm:cxn modelId="{91A0A38A-81C5-4ACD-9AF7-FF305453D9B2}" srcId="{5101269E-0D52-49D2-97E3-12EBDE7B0487}" destId="{0E19FE0B-DF81-4223-AA9F-E01371FA7C11}" srcOrd="1" destOrd="0" parTransId="{FCD00AE9-4667-4A0A-A183-A131127BE613}" sibTransId="{A21A17C4-B21E-49B5-99D9-08AD2F3E6E76}"/>
    <dgm:cxn modelId="{B4342A8F-D86D-4632-A4AC-D314F9D15896}" srcId="{5101269E-0D52-49D2-97E3-12EBDE7B0487}" destId="{39924E10-857B-4541-A9D4-160E631D1737}" srcOrd="0" destOrd="0" parTransId="{6359CAE8-6594-485F-A74B-891C659B0E5B}" sibTransId="{BA0B22FE-6B16-45D3-8878-CB16E8BCB967}"/>
    <dgm:cxn modelId="{D975D291-8F08-495D-BD9A-81B20E49FEC0}" type="presOf" srcId="{DE155368-D2D2-44E8-9DA9-6F15E7C29F7A}" destId="{5F2E3050-4689-4338-8E3D-C501F6E4C198}" srcOrd="0" destOrd="2" presId="urn:microsoft.com/office/officeart/2005/8/layout/vList5"/>
    <dgm:cxn modelId="{D72D9996-F7A8-4748-9FCD-E9DF7B5A7289}" srcId="{765C3CDF-721E-49CB-9245-831F5C4CB05C}" destId="{6A9204C0-93D1-4744-A98C-49977BD19938}" srcOrd="1" destOrd="0" parTransId="{4A3535C4-A78A-4EE2-9A13-CACD8F38A4F9}" sibTransId="{DBC889C0-8361-4CFF-8305-7262B988DD4B}"/>
    <dgm:cxn modelId="{30141298-1D1C-410C-AFBC-A4DFD6F314F9}" type="presOf" srcId="{39924E10-857B-4541-A9D4-160E631D1737}" destId="{5F2E3050-4689-4338-8E3D-C501F6E4C198}" srcOrd="0" destOrd="0" presId="urn:microsoft.com/office/officeart/2005/8/layout/vList5"/>
    <dgm:cxn modelId="{D547A5B2-93BD-4DA1-8591-8EFAD343225C}" type="presOf" srcId="{0E19FE0B-DF81-4223-AA9F-E01371FA7C11}" destId="{5F2E3050-4689-4338-8E3D-C501F6E4C198}" srcOrd="0" destOrd="1" presId="urn:microsoft.com/office/officeart/2005/8/layout/vList5"/>
    <dgm:cxn modelId="{03B7BAB3-C9F2-4570-B3D6-D68376AF7C1C}" srcId="{CBF4F864-424E-468B-B714-4170D01F7E9D}" destId="{5101269E-0D52-49D2-97E3-12EBDE7B0487}" srcOrd="0" destOrd="0" parTransId="{DFEFC249-685B-411B-9380-BE46CAC63017}" sibTransId="{04701867-A8BB-411A-A36C-33F48AD4ED02}"/>
    <dgm:cxn modelId="{437D49BE-3FC7-4F75-B3DC-9AE4E1B670FE}" srcId="{765C3CDF-721E-49CB-9245-831F5C4CB05C}" destId="{AA74BB92-1E33-41C4-B540-83B3F2B98401}" srcOrd="0" destOrd="0" parTransId="{05269080-5FF0-4EC4-9FB2-9EAC9C27FA08}" sibTransId="{4693A698-81B0-4B45-B522-6E3DAD62DD3D}"/>
    <dgm:cxn modelId="{811E80C4-1CAF-46FF-A751-BBFBF01962E9}" type="presOf" srcId="{CBF4F864-424E-468B-B714-4170D01F7E9D}" destId="{61C14B0B-F0B7-47AD-9D67-BFA8D8266356}" srcOrd="0" destOrd="0" presId="urn:microsoft.com/office/officeart/2005/8/layout/vList5"/>
    <dgm:cxn modelId="{F58ABFE1-53D9-407E-A103-4667897FD326}" srcId="{765C3CDF-721E-49CB-9245-831F5C4CB05C}" destId="{8CE3BA07-79AF-40B6-853D-D95B918E3DF5}" srcOrd="2" destOrd="0" parTransId="{C7955D5C-731B-475F-97EF-B6636FC82477}" sibTransId="{9A906AF8-41E5-463F-B375-8B1D2BD867A6}"/>
    <dgm:cxn modelId="{D80C6391-1B45-4F1D-A78A-AD7F541EF05F}" type="presParOf" srcId="{61C14B0B-F0B7-47AD-9D67-BFA8D8266356}" destId="{1ACAE130-1D2D-494D-B7D5-AA11D545E7F4}" srcOrd="0" destOrd="0" presId="urn:microsoft.com/office/officeart/2005/8/layout/vList5"/>
    <dgm:cxn modelId="{19C1838F-D9B1-4CC4-BCE6-1A94D6EB0DDC}" type="presParOf" srcId="{1ACAE130-1D2D-494D-B7D5-AA11D545E7F4}" destId="{5DCB87F8-F52D-42B1-824B-6D47E5C6B8BF}" srcOrd="0" destOrd="0" presId="urn:microsoft.com/office/officeart/2005/8/layout/vList5"/>
    <dgm:cxn modelId="{E03F88EA-8E1B-4AC9-9847-724AB65E5AB4}" type="presParOf" srcId="{1ACAE130-1D2D-494D-B7D5-AA11D545E7F4}" destId="{5F2E3050-4689-4338-8E3D-C501F6E4C198}" srcOrd="1" destOrd="0" presId="urn:microsoft.com/office/officeart/2005/8/layout/vList5"/>
    <dgm:cxn modelId="{7EA96A8E-3A5E-4387-8375-0ABEEB7D7AE2}" type="presParOf" srcId="{61C14B0B-F0B7-47AD-9D67-BFA8D8266356}" destId="{CCD3C278-21FB-4A32-91B0-7DC81C07FEB1}" srcOrd="1" destOrd="0" presId="urn:microsoft.com/office/officeart/2005/8/layout/vList5"/>
    <dgm:cxn modelId="{8124ED76-E90F-4CCA-89F9-A190BDD96C8B}" type="presParOf" srcId="{61C14B0B-F0B7-47AD-9D67-BFA8D8266356}" destId="{509DBBFC-CB2B-4A2C-B609-268248466400}" srcOrd="2" destOrd="0" presId="urn:microsoft.com/office/officeart/2005/8/layout/vList5"/>
    <dgm:cxn modelId="{07594412-4284-4AF4-A457-4F11CAD114B5}" type="presParOf" srcId="{509DBBFC-CB2B-4A2C-B609-268248466400}" destId="{F7784D53-6755-48E4-8C85-3AF222EAA8F3}" srcOrd="0" destOrd="0" presId="urn:microsoft.com/office/officeart/2005/8/layout/vList5"/>
    <dgm:cxn modelId="{0F0CAAB4-E18C-47B1-92C8-42970F43EB55}" type="presParOf" srcId="{509DBBFC-CB2B-4A2C-B609-268248466400}" destId="{3DD4ED6E-0A59-48EC-87C3-EFD2422B6E3C}" srcOrd="1" destOrd="0" presId="urn:microsoft.com/office/officeart/2005/8/layout/vList5"/>
    <dgm:cxn modelId="{D43617D5-4DA3-4272-8347-040ECA13207F}" type="presParOf" srcId="{61C14B0B-F0B7-47AD-9D67-BFA8D8266356}" destId="{4ADFB690-BCBC-4FCB-9399-892C57F679D3}" srcOrd="3" destOrd="0" presId="urn:microsoft.com/office/officeart/2005/8/layout/vList5"/>
    <dgm:cxn modelId="{E9AF1342-3B6D-4BB7-B0EC-FEE4D5EB6206}" type="presParOf" srcId="{61C14B0B-F0B7-47AD-9D67-BFA8D8266356}" destId="{44103123-C392-4C2D-B999-203CF127DFBF}" srcOrd="4" destOrd="0" presId="urn:microsoft.com/office/officeart/2005/8/layout/vList5"/>
    <dgm:cxn modelId="{F3A13F06-AB32-47F2-9735-5B1278616931}" type="presParOf" srcId="{44103123-C392-4C2D-B999-203CF127DFBF}" destId="{4318E60A-D0B5-4073-B19C-5E6CA1ABA680}" srcOrd="0" destOrd="0" presId="urn:microsoft.com/office/officeart/2005/8/layout/vList5"/>
    <dgm:cxn modelId="{5C820AB8-BD67-44DA-BAF2-CFC45F51C4AA}" type="presParOf" srcId="{44103123-C392-4C2D-B999-203CF127DFBF}" destId="{0260E7D3-0D3C-4971-906B-DF90826C695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7A1946-2475-4B8C-BB58-A6AC382F3C80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7969412-3483-46DB-8BD8-291C166C3DE2}">
      <dgm:prSet phldrT="[Text]" custT="1"/>
      <dgm:spPr/>
      <dgm:t>
        <a:bodyPr/>
        <a:lstStyle/>
        <a:p>
          <a:pPr algn="ctr"/>
          <a:endParaRPr lang="en-US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</a:t>
          </a:r>
        </a:p>
        <a:p>
          <a:pPr algn="ctr"/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continuous numeric value</a:t>
          </a:r>
        </a:p>
        <a:p>
          <a:pPr algn="ctr"/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Output: </a:t>
          </a:r>
          <a:r>
            <a:rPr lang="en-US" sz="22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numeric</a:t>
          </a:r>
        </a:p>
        <a:p>
          <a:pPr algn="ctr"/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Example: </a:t>
          </a:r>
        </a:p>
        <a:p>
          <a:pPr algn="ctr"/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predictors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2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height_mother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2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height_father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, age</a:t>
          </a:r>
        </a:p>
        <a:p>
          <a:pPr algn="ctr"/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: height</a:t>
          </a:r>
        </a:p>
        <a:p>
          <a:pPr algn="ctr"/>
          <a:endParaRPr lang="en-US" sz="2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3B11B9-EFAB-4E23-B83B-79910106256D}" type="parTrans" cxnId="{86BE918E-ADE4-4A10-9799-A2072EC2BF6E}">
      <dgm:prSet/>
      <dgm:spPr/>
      <dgm:t>
        <a:bodyPr/>
        <a:lstStyle/>
        <a:p>
          <a:pPr algn="ctr"/>
          <a:endParaRPr lang="en-US" sz="2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CAE35B-B78C-4C30-B74E-5AC5F23CA051}" type="sibTrans" cxnId="{86BE918E-ADE4-4A10-9799-A2072EC2BF6E}">
      <dgm:prSet/>
      <dgm:spPr/>
      <dgm:t>
        <a:bodyPr/>
        <a:lstStyle/>
        <a:p>
          <a:endParaRPr lang="en-US" sz="2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9C9679-D825-4511-94CC-C2218D59430D}">
      <dgm:prSet phldrT="[Text]"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</a:t>
          </a:r>
          <a:endParaRPr lang="en-US" sz="22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category or class</a:t>
          </a:r>
        </a:p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Output: </a:t>
          </a:r>
          <a:r>
            <a:rPr lang="en-US" sz="22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category/label</a:t>
          </a:r>
        </a:p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b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feature values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: age, gender, income, profession</a:t>
          </a:r>
          <a:b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: buyer/not buyer (label)</a:t>
          </a:r>
        </a:p>
      </dgm:t>
    </dgm:pt>
    <dgm:pt modelId="{A99651F8-3947-443B-A0EE-7DFD32D11D1A}" type="parTrans" cxnId="{62EF6B34-8DB5-4A38-A207-E87C60752087}">
      <dgm:prSet/>
      <dgm:spPr/>
      <dgm:t>
        <a:bodyPr/>
        <a:lstStyle/>
        <a:p>
          <a:pPr algn="ctr"/>
          <a:endParaRPr lang="en-US" sz="2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B54B67-3B90-4172-AC0A-59EE3D0CE190}" type="sibTrans" cxnId="{62EF6B34-8DB5-4A38-A207-E87C60752087}">
      <dgm:prSet/>
      <dgm:spPr/>
      <dgm:t>
        <a:bodyPr/>
        <a:lstStyle/>
        <a:p>
          <a:endParaRPr lang="en-US" sz="2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CC5824-0451-4F49-97E0-5A39E277E56B}" type="pres">
      <dgm:prSet presAssocID="{FB7A1946-2475-4B8C-BB58-A6AC382F3C80}" presName="diagram" presStyleCnt="0">
        <dgm:presLayoutVars>
          <dgm:dir/>
          <dgm:resizeHandles val="exact"/>
        </dgm:presLayoutVars>
      </dgm:prSet>
      <dgm:spPr/>
    </dgm:pt>
    <dgm:pt modelId="{50023953-447C-4E1E-A9BF-E312FC5CE27A}" type="pres">
      <dgm:prSet presAssocID="{27969412-3483-46DB-8BD8-291C166C3DE2}" presName="node" presStyleLbl="node1" presStyleIdx="0" presStyleCnt="2" custScaleY="121867">
        <dgm:presLayoutVars>
          <dgm:bulletEnabled val="1"/>
        </dgm:presLayoutVars>
      </dgm:prSet>
      <dgm:spPr/>
    </dgm:pt>
    <dgm:pt modelId="{4F92C037-8C02-4AB9-8BE5-856601E8922C}" type="pres">
      <dgm:prSet presAssocID="{7FCAE35B-B78C-4C30-B74E-5AC5F23CA051}" presName="sibTrans" presStyleCnt="0"/>
      <dgm:spPr/>
    </dgm:pt>
    <dgm:pt modelId="{85D6DD49-8C2E-4F6A-9320-99B2711B74A1}" type="pres">
      <dgm:prSet presAssocID="{879C9679-D825-4511-94CC-C2218D59430D}" presName="node" presStyleLbl="node1" presStyleIdx="1" presStyleCnt="2" custScaleY="121961">
        <dgm:presLayoutVars>
          <dgm:bulletEnabled val="1"/>
        </dgm:presLayoutVars>
      </dgm:prSet>
      <dgm:spPr/>
    </dgm:pt>
  </dgm:ptLst>
  <dgm:cxnLst>
    <dgm:cxn modelId="{82F72403-881E-4D4A-B968-ABA505E39CA6}" type="presOf" srcId="{879C9679-D825-4511-94CC-C2218D59430D}" destId="{85D6DD49-8C2E-4F6A-9320-99B2711B74A1}" srcOrd="0" destOrd="0" presId="urn:microsoft.com/office/officeart/2005/8/layout/default"/>
    <dgm:cxn modelId="{62EF6B34-8DB5-4A38-A207-E87C60752087}" srcId="{FB7A1946-2475-4B8C-BB58-A6AC382F3C80}" destId="{879C9679-D825-4511-94CC-C2218D59430D}" srcOrd="1" destOrd="0" parTransId="{A99651F8-3947-443B-A0EE-7DFD32D11D1A}" sibTransId="{6DB54B67-3B90-4172-AC0A-59EE3D0CE190}"/>
    <dgm:cxn modelId="{70621E78-1BF6-4A12-BEC7-26285AB25356}" type="presOf" srcId="{27969412-3483-46DB-8BD8-291C166C3DE2}" destId="{50023953-447C-4E1E-A9BF-E312FC5CE27A}" srcOrd="0" destOrd="0" presId="urn:microsoft.com/office/officeart/2005/8/layout/default"/>
    <dgm:cxn modelId="{86BE918E-ADE4-4A10-9799-A2072EC2BF6E}" srcId="{FB7A1946-2475-4B8C-BB58-A6AC382F3C80}" destId="{27969412-3483-46DB-8BD8-291C166C3DE2}" srcOrd="0" destOrd="0" parTransId="{293B11B9-EFAB-4E23-B83B-79910106256D}" sibTransId="{7FCAE35B-B78C-4C30-B74E-5AC5F23CA051}"/>
    <dgm:cxn modelId="{B3C22EB6-3D4F-472D-8D1A-A222594DC982}" type="presOf" srcId="{FB7A1946-2475-4B8C-BB58-A6AC382F3C80}" destId="{CCCC5824-0451-4F49-97E0-5A39E277E56B}" srcOrd="0" destOrd="0" presId="urn:microsoft.com/office/officeart/2005/8/layout/default"/>
    <dgm:cxn modelId="{22359CD5-FAA5-4111-A582-61AF984CCF23}" type="presParOf" srcId="{CCCC5824-0451-4F49-97E0-5A39E277E56B}" destId="{50023953-447C-4E1E-A9BF-E312FC5CE27A}" srcOrd="0" destOrd="0" presId="urn:microsoft.com/office/officeart/2005/8/layout/default"/>
    <dgm:cxn modelId="{BFE4AE39-5FC8-4BAD-98E4-289B34EEE2CB}" type="presParOf" srcId="{CCCC5824-0451-4F49-97E0-5A39E277E56B}" destId="{4F92C037-8C02-4AB9-8BE5-856601E8922C}" srcOrd="1" destOrd="0" presId="urn:microsoft.com/office/officeart/2005/8/layout/default"/>
    <dgm:cxn modelId="{A402C39E-5CF9-4D61-BD6C-439B2AD29122}" type="presParOf" srcId="{CCCC5824-0451-4F49-97E0-5A39E277E56B}" destId="{85D6DD49-8C2E-4F6A-9320-99B2711B74A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F078B0-B82D-4686-80AD-B7D5C0B2534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14F3D59-DA61-435E-9630-00C0A6226C20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Medical diagnosis</a:t>
          </a:r>
        </a:p>
      </dgm:t>
    </dgm:pt>
    <dgm:pt modelId="{BE800E61-E1C2-4C31-846B-46650ADCA02B}" type="parTrans" cxnId="{FC134217-ADC1-4B8B-9D59-7F4FE377B07F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DAD8DC-C48B-486D-9B6C-09C2A9EDA2D7}" type="sibTrans" cxnId="{FC134217-ADC1-4B8B-9D59-7F4FE377B07F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8EA847-C495-41FC-8EC7-B67365A2E290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values: age, gender, history, symptom1-severity, symptom2-severity, test-result1, test-result2 </a:t>
          </a:r>
        </a:p>
      </dgm:t>
    </dgm:pt>
    <dgm:pt modelId="{E331329B-935D-49CA-A472-2C2D4A3AABA2}" type="parTrans" cxnId="{74225F0D-0685-4EEC-A4A5-4170FB5665DA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1797FD-6A38-482B-967D-D46083352F8F}" type="sibTrans" cxnId="{74225F0D-0685-4EEC-A4A5-4170FB5665DA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C1892E-A2A0-4A02-9176-8B8D456CEC52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Label: disease</a:t>
          </a:r>
        </a:p>
      </dgm:t>
    </dgm:pt>
    <dgm:pt modelId="{D1771032-D8A5-4387-BFC8-ADADD7712669}" type="parTrans" cxnId="{8F0CBF7F-FF54-46BF-8CCF-FB2165FBD508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69EAB2-A38A-444F-BD7F-5CF560474161}" type="sibTrans" cxnId="{8F0CBF7F-FF54-46BF-8CCF-FB2165FBD508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07408D-B1C5-455B-8E33-20EF0F4DFE82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Email spam detection</a:t>
          </a:r>
        </a:p>
      </dgm:t>
    </dgm:pt>
    <dgm:pt modelId="{47B3EA10-5A94-48F8-B676-A25FD5860432}" type="parTrans" cxnId="{5392DC84-12A1-4FFE-9CE3-68C1F07FB2C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427DD6-D6AD-400C-B9B5-4A9B48FBE42B}" type="sibTrans" cxnId="{5392DC84-12A1-4FFE-9CE3-68C1F07FB2C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9B1551-06B2-4460-B592-79CA11369DFA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Feature values: sender-domain, length, #images, keyword1, keyword2, …, keyword n </a:t>
          </a:r>
        </a:p>
      </dgm:t>
    </dgm:pt>
    <dgm:pt modelId="{0C906D77-E592-4400-A416-9684007F323D}" type="parTrans" cxnId="{7CBA415F-97AF-48D0-A07A-13601774EE9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CC0CB9-3F63-49A1-A207-40AA057682D4}" type="sibTrans" cxnId="{7CBA415F-97AF-48D0-A07A-13601774EE9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85B056-206A-4DF2-8E59-EBBED0EDCEDD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Label: spam or not-spam</a:t>
          </a:r>
        </a:p>
      </dgm:t>
    </dgm:pt>
    <dgm:pt modelId="{16309F40-61CE-431D-ADBF-15968AB5E3A1}" type="parTrans" cxnId="{E5BE3F92-3027-45A2-9F91-843CF5B3FCF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9BAD58-BFE5-4F23-A7A3-74C5271673C8}" type="sibTrans" cxnId="{E5BE3F92-3027-45A2-9F91-843CF5B3FCF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656F86-8655-45E7-A182-C31E205FB858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Credit card fraud detection</a:t>
          </a:r>
        </a:p>
      </dgm:t>
    </dgm:pt>
    <dgm:pt modelId="{4CB67267-A14B-44ED-9074-566232BE4864}" type="parTrans" cxnId="{F682BC3B-6DD5-46D9-84C2-0523D31CAF7B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419D78-5BF8-41C5-BF4B-44C1DC8C4201}" type="sibTrans" cxnId="{F682BC3B-6DD5-46D9-84C2-0523D31CAF7B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F746C2-CB67-45C5-9EC7-7B47409B891D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Feature values: user, location, item, price</a:t>
          </a:r>
        </a:p>
      </dgm:t>
    </dgm:pt>
    <dgm:pt modelId="{94CE210A-FF26-4F1F-BFD4-09750D6054A1}" type="parTrans" cxnId="{2FF1D491-B2D6-41C3-B5E5-1EA622F6AF8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FCB775-FA48-4902-8252-27B0795391D0}" type="sibTrans" cxnId="{2FF1D491-B2D6-41C3-B5E5-1EA622F6AF8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8DD95-12DA-4155-A406-1C714B82D505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Label: fraud or okay</a:t>
          </a:r>
        </a:p>
      </dgm:t>
    </dgm:pt>
    <dgm:pt modelId="{473B8A01-EE05-4135-AFDA-CF926BFBFF44}" type="parTrans" cxnId="{9FAA5ACE-8B7A-4424-91A1-F7DCEE9A567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2BAB95-A1A1-4276-8D60-64CEAEEBF300}" type="sibTrans" cxnId="{9FAA5ACE-8B7A-4424-91A1-F7DCEE9A567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6627A3-CB3F-468F-9F2D-B35D7F44A6EB}" type="pres">
      <dgm:prSet presAssocID="{7AF078B0-B82D-4686-80AD-B7D5C0B25345}" presName="linear" presStyleCnt="0">
        <dgm:presLayoutVars>
          <dgm:animLvl val="lvl"/>
          <dgm:resizeHandles val="exact"/>
        </dgm:presLayoutVars>
      </dgm:prSet>
      <dgm:spPr/>
    </dgm:pt>
    <dgm:pt modelId="{76B76023-C1CC-4D11-9E0B-D64A67B3234D}" type="pres">
      <dgm:prSet presAssocID="{E14F3D59-DA61-435E-9630-00C0A6226C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B16D076-DA43-44C7-8DFC-45E403E0226E}" type="pres">
      <dgm:prSet presAssocID="{E14F3D59-DA61-435E-9630-00C0A6226C20}" presName="childText" presStyleLbl="revTx" presStyleIdx="0" presStyleCnt="3">
        <dgm:presLayoutVars>
          <dgm:bulletEnabled val="1"/>
        </dgm:presLayoutVars>
      </dgm:prSet>
      <dgm:spPr/>
    </dgm:pt>
    <dgm:pt modelId="{14A59809-F0B8-4827-B1A2-7A3516905B9B}" type="pres">
      <dgm:prSet presAssocID="{D107408D-B1C5-455B-8E33-20EF0F4DFE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29862DB-5AB7-4115-ADB1-9FC81C9651A3}" type="pres">
      <dgm:prSet presAssocID="{D107408D-B1C5-455B-8E33-20EF0F4DFE82}" presName="childText" presStyleLbl="revTx" presStyleIdx="1" presStyleCnt="3">
        <dgm:presLayoutVars>
          <dgm:bulletEnabled val="1"/>
        </dgm:presLayoutVars>
      </dgm:prSet>
      <dgm:spPr/>
    </dgm:pt>
    <dgm:pt modelId="{F234B5B7-DCB0-4340-94FD-45FA050F9250}" type="pres">
      <dgm:prSet presAssocID="{67656F86-8655-45E7-A182-C31E205FB85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BE6A7E6-7AAF-4E9D-87AE-4A3C2595D075}" type="pres">
      <dgm:prSet presAssocID="{67656F86-8655-45E7-A182-C31E205FB85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A1F1607-009A-4A71-811E-42F87F219176}" type="presOf" srcId="{D107408D-B1C5-455B-8E33-20EF0F4DFE82}" destId="{14A59809-F0B8-4827-B1A2-7A3516905B9B}" srcOrd="0" destOrd="0" presId="urn:microsoft.com/office/officeart/2005/8/layout/vList2"/>
    <dgm:cxn modelId="{74225F0D-0685-4EEC-A4A5-4170FB5665DA}" srcId="{E14F3D59-DA61-435E-9630-00C0A6226C20}" destId="{9D8EA847-C495-41FC-8EC7-B67365A2E290}" srcOrd="0" destOrd="0" parTransId="{E331329B-935D-49CA-A472-2C2D4A3AABA2}" sibTransId="{421797FD-6A38-482B-967D-D46083352F8F}"/>
    <dgm:cxn modelId="{FC134217-ADC1-4B8B-9D59-7F4FE377B07F}" srcId="{7AF078B0-B82D-4686-80AD-B7D5C0B25345}" destId="{E14F3D59-DA61-435E-9630-00C0A6226C20}" srcOrd="0" destOrd="0" parTransId="{BE800E61-E1C2-4C31-846B-46650ADCA02B}" sibTransId="{A8DAD8DC-C48B-486D-9B6C-09C2A9EDA2D7}"/>
    <dgm:cxn modelId="{F682BC3B-6DD5-46D9-84C2-0523D31CAF7B}" srcId="{7AF078B0-B82D-4686-80AD-B7D5C0B25345}" destId="{67656F86-8655-45E7-A182-C31E205FB858}" srcOrd="2" destOrd="0" parTransId="{4CB67267-A14B-44ED-9074-566232BE4864}" sibTransId="{EC419D78-5BF8-41C5-BF4B-44C1DC8C4201}"/>
    <dgm:cxn modelId="{7CBA415F-97AF-48D0-A07A-13601774EE95}" srcId="{D107408D-B1C5-455B-8E33-20EF0F4DFE82}" destId="{899B1551-06B2-4460-B592-79CA11369DFA}" srcOrd="0" destOrd="0" parTransId="{0C906D77-E592-4400-A416-9684007F323D}" sibTransId="{C5CC0CB9-3F63-49A1-A207-40AA057682D4}"/>
    <dgm:cxn modelId="{B5F5D644-4A73-4125-A0D1-342B781A3D37}" type="presOf" srcId="{9D8EA847-C495-41FC-8EC7-B67365A2E290}" destId="{5B16D076-DA43-44C7-8DFC-45E403E0226E}" srcOrd="0" destOrd="0" presId="urn:microsoft.com/office/officeart/2005/8/layout/vList2"/>
    <dgm:cxn modelId="{D9639B75-CE8F-460C-B81B-C3BF76934891}" type="presOf" srcId="{8E85B056-206A-4DF2-8E59-EBBED0EDCEDD}" destId="{429862DB-5AB7-4115-ADB1-9FC81C9651A3}" srcOrd="0" destOrd="1" presId="urn:microsoft.com/office/officeart/2005/8/layout/vList2"/>
    <dgm:cxn modelId="{2D97E27D-76C7-408D-9E0E-DEA7042D848D}" type="presOf" srcId="{7AF078B0-B82D-4686-80AD-B7D5C0B25345}" destId="{296627A3-CB3F-468F-9F2D-B35D7F44A6EB}" srcOrd="0" destOrd="0" presId="urn:microsoft.com/office/officeart/2005/8/layout/vList2"/>
    <dgm:cxn modelId="{8F0CBF7F-FF54-46BF-8CCF-FB2165FBD508}" srcId="{E14F3D59-DA61-435E-9630-00C0A6226C20}" destId="{A2C1892E-A2A0-4A02-9176-8B8D456CEC52}" srcOrd="1" destOrd="0" parTransId="{D1771032-D8A5-4387-BFC8-ADADD7712669}" sibTransId="{C369EAB2-A38A-444F-BD7F-5CF560474161}"/>
    <dgm:cxn modelId="{5392DC84-12A1-4FFE-9CE3-68C1F07FB2C9}" srcId="{7AF078B0-B82D-4686-80AD-B7D5C0B25345}" destId="{D107408D-B1C5-455B-8E33-20EF0F4DFE82}" srcOrd="1" destOrd="0" parTransId="{47B3EA10-5A94-48F8-B676-A25FD5860432}" sibTransId="{74427DD6-D6AD-400C-B9B5-4A9B48FBE42B}"/>
    <dgm:cxn modelId="{2FF1D491-B2D6-41C3-B5E5-1EA622F6AF87}" srcId="{67656F86-8655-45E7-A182-C31E205FB858}" destId="{5FF746C2-CB67-45C5-9EC7-7B47409B891D}" srcOrd="0" destOrd="0" parTransId="{94CE210A-FF26-4F1F-BFD4-09750D6054A1}" sibTransId="{19FCB775-FA48-4902-8252-27B0795391D0}"/>
    <dgm:cxn modelId="{E5BE3F92-3027-45A2-9F91-843CF5B3FCF3}" srcId="{D107408D-B1C5-455B-8E33-20EF0F4DFE82}" destId="{8E85B056-206A-4DF2-8E59-EBBED0EDCEDD}" srcOrd="1" destOrd="0" parTransId="{16309F40-61CE-431D-ADBF-15968AB5E3A1}" sibTransId="{819BAD58-BFE5-4F23-A7A3-74C5271673C8}"/>
    <dgm:cxn modelId="{32072FAC-DC91-4FFB-A56B-A763736A544B}" type="presOf" srcId="{6648DD95-12DA-4155-A406-1C714B82D505}" destId="{2BE6A7E6-7AAF-4E9D-87AE-4A3C2595D075}" srcOrd="0" destOrd="1" presId="urn:microsoft.com/office/officeart/2005/8/layout/vList2"/>
    <dgm:cxn modelId="{574742B1-8B7E-4DF0-AF6D-04DF4BE957FC}" type="presOf" srcId="{5FF746C2-CB67-45C5-9EC7-7B47409B891D}" destId="{2BE6A7E6-7AAF-4E9D-87AE-4A3C2595D075}" srcOrd="0" destOrd="0" presId="urn:microsoft.com/office/officeart/2005/8/layout/vList2"/>
    <dgm:cxn modelId="{C9B54EB9-FC3A-471A-9426-97791EF7CE4E}" type="presOf" srcId="{E14F3D59-DA61-435E-9630-00C0A6226C20}" destId="{76B76023-C1CC-4D11-9E0B-D64A67B3234D}" srcOrd="0" destOrd="0" presId="urn:microsoft.com/office/officeart/2005/8/layout/vList2"/>
    <dgm:cxn modelId="{41A5C7B9-64B1-409D-BAE9-C14565BF50B5}" type="presOf" srcId="{67656F86-8655-45E7-A182-C31E205FB858}" destId="{F234B5B7-DCB0-4340-94FD-45FA050F9250}" srcOrd="0" destOrd="0" presId="urn:microsoft.com/office/officeart/2005/8/layout/vList2"/>
    <dgm:cxn modelId="{4A00D2C2-B201-440B-AEC2-907053778FAD}" type="presOf" srcId="{A2C1892E-A2A0-4A02-9176-8B8D456CEC52}" destId="{5B16D076-DA43-44C7-8DFC-45E403E0226E}" srcOrd="0" destOrd="1" presId="urn:microsoft.com/office/officeart/2005/8/layout/vList2"/>
    <dgm:cxn modelId="{9FAA5ACE-8B7A-4424-91A1-F7DCEE9A5679}" srcId="{67656F86-8655-45E7-A182-C31E205FB858}" destId="{6648DD95-12DA-4155-A406-1C714B82D505}" srcOrd="1" destOrd="0" parTransId="{473B8A01-EE05-4135-AFDA-CF926BFBFF44}" sibTransId="{5B2BAB95-A1A1-4276-8D60-64CEAEEBF300}"/>
    <dgm:cxn modelId="{94EC54FE-1F2C-40E7-8525-FA0B0840A655}" type="presOf" srcId="{899B1551-06B2-4460-B592-79CA11369DFA}" destId="{429862DB-5AB7-4115-ADB1-9FC81C9651A3}" srcOrd="0" destOrd="0" presId="urn:microsoft.com/office/officeart/2005/8/layout/vList2"/>
    <dgm:cxn modelId="{918268C0-77A3-46C1-8826-1D628EBF0AEB}" type="presParOf" srcId="{296627A3-CB3F-468F-9F2D-B35D7F44A6EB}" destId="{76B76023-C1CC-4D11-9E0B-D64A67B3234D}" srcOrd="0" destOrd="0" presId="urn:microsoft.com/office/officeart/2005/8/layout/vList2"/>
    <dgm:cxn modelId="{CB6E08AC-6A53-4A14-BB81-4FBBB6C7B846}" type="presParOf" srcId="{296627A3-CB3F-468F-9F2D-B35D7F44A6EB}" destId="{5B16D076-DA43-44C7-8DFC-45E403E0226E}" srcOrd="1" destOrd="0" presId="urn:microsoft.com/office/officeart/2005/8/layout/vList2"/>
    <dgm:cxn modelId="{C1FE0B69-0374-4E9B-BDCD-B91513A95958}" type="presParOf" srcId="{296627A3-CB3F-468F-9F2D-B35D7F44A6EB}" destId="{14A59809-F0B8-4827-B1A2-7A3516905B9B}" srcOrd="2" destOrd="0" presId="urn:microsoft.com/office/officeart/2005/8/layout/vList2"/>
    <dgm:cxn modelId="{1986F155-A852-4F29-8B70-9B40151FE7AB}" type="presParOf" srcId="{296627A3-CB3F-468F-9F2D-B35D7F44A6EB}" destId="{429862DB-5AB7-4115-ADB1-9FC81C9651A3}" srcOrd="3" destOrd="0" presId="urn:microsoft.com/office/officeart/2005/8/layout/vList2"/>
    <dgm:cxn modelId="{A24990E9-4AC8-4B2B-8550-B26BAB48D7AA}" type="presParOf" srcId="{296627A3-CB3F-468F-9F2D-B35D7F44A6EB}" destId="{F234B5B7-DCB0-4340-94FD-45FA050F9250}" srcOrd="4" destOrd="0" presId="urn:microsoft.com/office/officeart/2005/8/layout/vList2"/>
    <dgm:cxn modelId="{8A3A3B99-8BFA-4D22-AC34-2D46CD22349A}" type="presParOf" srcId="{296627A3-CB3F-468F-9F2D-B35D7F44A6EB}" destId="{2BE6A7E6-7AAF-4E9D-87AE-4A3C2595D07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0ABB4F-9117-4115-B7C3-DAD4479244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E4BA07-F15B-4D21-9A67-805499E60173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 models create a linear decision boundary between classes. They are simple and computationally efficient. </a:t>
          </a:r>
        </a:p>
      </dgm:t>
    </dgm:pt>
    <dgm:pt modelId="{2CB26D5D-8F62-49B0-9254-4E92C59F0F2E}" type="parTrans" cxnId="{0892B230-E921-4207-9313-142B64F0F2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7CA14C-2F4F-436D-91CC-5B29E0B7D72A}" type="sibTrans" cxnId="{0892B230-E921-4207-9313-142B64F0F2C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FC4BF0-121A-45F9-A992-1EF28E7E2745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Non-linear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 create a non-linear decision boundary between classes. They can capture more complex relationships between input features and target variable. </a:t>
          </a:r>
        </a:p>
      </dgm:t>
    </dgm:pt>
    <dgm:pt modelId="{FCB2EAFE-C37D-4B01-B375-7266ABC6D1A7}" type="parTrans" cxnId="{6F308FB7-708B-4878-9E08-C09E0D68B2B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DC5F6A-9808-4344-83AA-25C7C132349C}" type="sibTrans" cxnId="{6F308FB7-708B-4878-9E08-C09E0D68B2B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090BD5-413F-449A-A1B8-141C4DFE8A22}" type="pres">
      <dgm:prSet presAssocID="{AD0ABB4F-9117-4115-B7C3-DAD4479244C5}" presName="root" presStyleCnt="0">
        <dgm:presLayoutVars>
          <dgm:dir/>
          <dgm:resizeHandles val="exact"/>
        </dgm:presLayoutVars>
      </dgm:prSet>
      <dgm:spPr/>
    </dgm:pt>
    <dgm:pt modelId="{646812FD-5DD0-48E5-83B3-A5748002E46B}" type="pres">
      <dgm:prSet presAssocID="{A1E4BA07-F15B-4D21-9A67-805499E60173}" presName="compNode" presStyleCnt="0"/>
      <dgm:spPr/>
    </dgm:pt>
    <dgm:pt modelId="{B4117A26-E9BD-426F-855E-9F5A7832696A}" type="pres">
      <dgm:prSet presAssocID="{A1E4BA07-F15B-4D21-9A67-805499E60173}" presName="bgRect" presStyleLbl="bgShp" presStyleIdx="0" presStyleCnt="2"/>
      <dgm:spPr/>
    </dgm:pt>
    <dgm:pt modelId="{C5F95D94-E502-48AC-87FB-A78C1893AC96}" type="pres">
      <dgm:prSet presAssocID="{A1E4BA07-F15B-4D21-9A67-805499E601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irint"/>
        </a:ext>
      </dgm:extLst>
    </dgm:pt>
    <dgm:pt modelId="{EC58013F-BEBE-400E-B9B2-3A1E2F8FA6A8}" type="pres">
      <dgm:prSet presAssocID="{A1E4BA07-F15B-4D21-9A67-805499E60173}" presName="spaceRect" presStyleCnt="0"/>
      <dgm:spPr/>
    </dgm:pt>
    <dgm:pt modelId="{32442A25-755C-4626-A232-A5D049AF3C36}" type="pres">
      <dgm:prSet presAssocID="{A1E4BA07-F15B-4D21-9A67-805499E60173}" presName="parTx" presStyleLbl="revTx" presStyleIdx="0" presStyleCnt="2">
        <dgm:presLayoutVars>
          <dgm:chMax val="0"/>
          <dgm:chPref val="0"/>
        </dgm:presLayoutVars>
      </dgm:prSet>
      <dgm:spPr/>
    </dgm:pt>
    <dgm:pt modelId="{6EE9E69D-3B53-448D-B7B6-DA252C9D868C}" type="pres">
      <dgm:prSet presAssocID="{C87CA14C-2F4F-436D-91CC-5B29E0B7D72A}" presName="sibTrans" presStyleCnt="0"/>
      <dgm:spPr/>
    </dgm:pt>
    <dgm:pt modelId="{2638039F-B8BF-4B73-8207-D092A7CD3A16}" type="pres">
      <dgm:prSet presAssocID="{88FC4BF0-121A-45F9-A992-1EF28E7E2745}" presName="compNode" presStyleCnt="0"/>
      <dgm:spPr/>
    </dgm:pt>
    <dgm:pt modelId="{267CC469-AED3-43C7-978D-902C4E83162F}" type="pres">
      <dgm:prSet presAssocID="{88FC4BF0-121A-45F9-A992-1EF28E7E2745}" presName="bgRect" presStyleLbl="bgShp" presStyleIdx="1" presStyleCnt="2"/>
      <dgm:spPr/>
    </dgm:pt>
    <dgm:pt modelId="{DB7AAA1E-1E48-465A-AD1D-9B3CEEE6EB49}" type="pres">
      <dgm:prSet presAssocID="{88FC4BF0-121A-45F9-A992-1EF28E7E27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EDFC3E6-BE82-4867-A2A7-0302B51261D6}" type="pres">
      <dgm:prSet presAssocID="{88FC4BF0-121A-45F9-A992-1EF28E7E2745}" presName="spaceRect" presStyleCnt="0"/>
      <dgm:spPr/>
    </dgm:pt>
    <dgm:pt modelId="{866EBA9B-98BD-4EED-8707-0D042C2EE61B}" type="pres">
      <dgm:prSet presAssocID="{88FC4BF0-121A-45F9-A992-1EF28E7E274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892B230-E921-4207-9313-142B64F0F2C9}" srcId="{AD0ABB4F-9117-4115-B7C3-DAD4479244C5}" destId="{A1E4BA07-F15B-4D21-9A67-805499E60173}" srcOrd="0" destOrd="0" parTransId="{2CB26D5D-8F62-49B0-9254-4E92C59F0F2E}" sibTransId="{C87CA14C-2F4F-436D-91CC-5B29E0B7D72A}"/>
    <dgm:cxn modelId="{1318D86D-7F79-4A3F-9789-E242C76C247C}" type="presOf" srcId="{88FC4BF0-121A-45F9-A992-1EF28E7E2745}" destId="{866EBA9B-98BD-4EED-8707-0D042C2EE61B}" srcOrd="0" destOrd="0" presId="urn:microsoft.com/office/officeart/2018/2/layout/IconVerticalSolidList"/>
    <dgm:cxn modelId="{38140779-E084-45C5-9FE8-18BE90BBFA2C}" type="presOf" srcId="{A1E4BA07-F15B-4D21-9A67-805499E60173}" destId="{32442A25-755C-4626-A232-A5D049AF3C36}" srcOrd="0" destOrd="0" presId="urn:microsoft.com/office/officeart/2018/2/layout/IconVerticalSolidList"/>
    <dgm:cxn modelId="{920A0583-8951-4315-A682-57C01AA1A415}" type="presOf" srcId="{AD0ABB4F-9117-4115-B7C3-DAD4479244C5}" destId="{4D090BD5-413F-449A-A1B8-141C4DFE8A22}" srcOrd="0" destOrd="0" presId="urn:microsoft.com/office/officeart/2018/2/layout/IconVerticalSolidList"/>
    <dgm:cxn modelId="{6F308FB7-708B-4878-9E08-C09E0D68B2BC}" srcId="{AD0ABB4F-9117-4115-B7C3-DAD4479244C5}" destId="{88FC4BF0-121A-45F9-A992-1EF28E7E2745}" srcOrd="1" destOrd="0" parTransId="{FCB2EAFE-C37D-4B01-B375-7266ABC6D1A7}" sibTransId="{B1DC5F6A-9808-4344-83AA-25C7C132349C}"/>
    <dgm:cxn modelId="{77DA3066-B885-48CB-81E4-0B6BA96ED9C8}" type="presParOf" srcId="{4D090BD5-413F-449A-A1B8-141C4DFE8A22}" destId="{646812FD-5DD0-48E5-83B3-A5748002E46B}" srcOrd="0" destOrd="0" presId="urn:microsoft.com/office/officeart/2018/2/layout/IconVerticalSolidList"/>
    <dgm:cxn modelId="{A32B183E-C66E-426B-8426-4159901B906C}" type="presParOf" srcId="{646812FD-5DD0-48E5-83B3-A5748002E46B}" destId="{B4117A26-E9BD-426F-855E-9F5A7832696A}" srcOrd="0" destOrd="0" presId="urn:microsoft.com/office/officeart/2018/2/layout/IconVerticalSolidList"/>
    <dgm:cxn modelId="{4C2B9E72-C26E-4077-8D24-CAAD46720905}" type="presParOf" srcId="{646812FD-5DD0-48E5-83B3-A5748002E46B}" destId="{C5F95D94-E502-48AC-87FB-A78C1893AC96}" srcOrd="1" destOrd="0" presId="urn:microsoft.com/office/officeart/2018/2/layout/IconVerticalSolidList"/>
    <dgm:cxn modelId="{8A081CFF-3FD8-4E6D-A08B-8D683B3485EE}" type="presParOf" srcId="{646812FD-5DD0-48E5-83B3-A5748002E46B}" destId="{EC58013F-BEBE-400E-B9B2-3A1E2F8FA6A8}" srcOrd="2" destOrd="0" presId="urn:microsoft.com/office/officeart/2018/2/layout/IconVerticalSolidList"/>
    <dgm:cxn modelId="{10D007D7-F15D-4100-8465-505ED14D50AA}" type="presParOf" srcId="{646812FD-5DD0-48E5-83B3-A5748002E46B}" destId="{32442A25-755C-4626-A232-A5D049AF3C36}" srcOrd="3" destOrd="0" presId="urn:microsoft.com/office/officeart/2018/2/layout/IconVerticalSolidList"/>
    <dgm:cxn modelId="{39B5BF3F-665A-4FE4-AA3F-5F954A18EEED}" type="presParOf" srcId="{4D090BD5-413F-449A-A1B8-141C4DFE8A22}" destId="{6EE9E69D-3B53-448D-B7B6-DA252C9D868C}" srcOrd="1" destOrd="0" presId="urn:microsoft.com/office/officeart/2018/2/layout/IconVerticalSolidList"/>
    <dgm:cxn modelId="{821D89E3-5F44-4CDA-AAD6-104317B426BD}" type="presParOf" srcId="{4D090BD5-413F-449A-A1B8-141C4DFE8A22}" destId="{2638039F-B8BF-4B73-8207-D092A7CD3A16}" srcOrd="2" destOrd="0" presId="urn:microsoft.com/office/officeart/2018/2/layout/IconVerticalSolidList"/>
    <dgm:cxn modelId="{A659F416-F1DF-4231-829B-1761BABF8EF7}" type="presParOf" srcId="{2638039F-B8BF-4B73-8207-D092A7CD3A16}" destId="{267CC469-AED3-43C7-978D-902C4E83162F}" srcOrd="0" destOrd="0" presId="urn:microsoft.com/office/officeart/2018/2/layout/IconVerticalSolidList"/>
    <dgm:cxn modelId="{823477A3-598F-443C-89F8-0347E98FAF2B}" type="presParOf" srcId="{2638039F-B8BF-4B73-8207-D092A7CD3A16}" destId="{DB7AAA1E-1E48-465A-AD1D-9B3CEEE6EB49}" srcOrd="1" destOrd="0" presId="urn:microsoft.com/office/officeart/2018/2/layout/IconVerticalSolidList"/>
    <dgm:cxn modelId="{66AFE2D2-8DF4-40AC-BFCC-EC4E75822A26}" type="presParOf" srcId="{2638039F-B8BF-4B73-8207-D092A7CD3A16}" destId="{8EDFC3E6-BE82-4867-A2A7-0302B51261D6}" srcOrd="2" destOrd="0" presId="urn:microsoft.com/office/officeart/2018/2/layout/IconVerticalSolidList"/>
    <dgm:cxn modelId="{6037F77B-54CA-49B3-9477-FB89E8241E22}" type="presParOf" srcId="{2638039F-B8BF-4B73-8207-D092A7CD3A16}" destId="{866EBA9B-98BD-4EED-8707-0D042C2EE6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AB76E1-0C5C-40C8-9D97-26602426B3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698E46-7B24-41B8-9B4C-BEFB3F8878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Load dataset: We start with a dataset where each item is labeled with the correct class.</a:t>
          </a:r>
        </a:p>
      </dgm:t>
    </dgm:pt>
    <dgm:pt modelId="{9ADC9A4B-EB11-4FF1-8D3A-2EA1DB72B5A4}" type="parTrans" cxnId="{D4FA882F-FE17-400B-ABC2-8DBB6A87700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958254-5821-449F-BA8B-154FFD17586A}" type="sibTrans" cxnId="{D4FA882F-FE17-400B-ABC2-8DBB6A87700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EBE021-C8DE-43D5-B0B0-45F4055CC4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Preprocess the dataset + Fill in Missing Values</a:t>
          </a:r>
        </a:p>
      </dgm:t>
    </dgm:pt>
    <dgm:pt modelId="{B1869A47-ECC4-41D6-B3FA-31E94475E894}" type="parTrans" cxnId="{3FC91C2E-5201-4406-AB6B-695A73D2CC8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434B96-A736-4E09-9F9A-7BC2EE3BDE34}" type="sibTrans" cxnId="{3FC91C2E-5201-4406-AB6B-695A73D2CC8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B89701-D7B5-427A-84AC-BE778B86E3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Encode Categories</a:t>
          </a:r>
        </a:p>
      </dgm:t>
    </dgm:pt>
    <dgm:pt modelId="{6258A716-7BFB-4443-858C-346DCBF0C543}" type="parTrans" cxnId="{7E1FF34C-5D96-41AC-86EA-55D5A979826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8A7511-B486-452D-90EB-AC85428EE6A6}" type="sibTrans" cxnId="{7E1FF34C-5D96-41AC-86EA-55D5A979826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34E33D-E477-42A1-8DD3-9C6C7D5871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/>
            <a:t>Train/Test Split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C96966-4581-4487-859B-0B54E5F192B4}" type="parTrans" cxnId="{C37A19FD-7439-428F-A4EA-0C038F45A02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505787-4EF5-4895-971C-2B644F05F59E}" type="sibTrans" cxnId="{C37A19FD-7439-428F-A4EA-0C038F45A02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70C5B4-2503-42DA-A2A9-0481AF2CB2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Scale Data</a:t>
          </a:r>
        </a:p>
      </dgm:t>
    </dgm:pt>
    <dgm:pt modelId="{28F86C5A-4E61-4BAB-A86A-2C18F79904E2}" type="parTrans" cxnId="{D63E232B-D764-46C5-B72B-1083C386172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0EE6BB-7AB4-4B3B-8EC3-E33467246FF5}" type="sibTrans" cxnId="{D63E232B-D764-46C5-B72B-1083C386172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8C0758-D7AD-427B-A3AE-02F22FB6B6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Train the models</a:t>
          </a:r>
        </a:p>
      </dgm:t>
    </dgm:pt>
    <dgm:pt modelId="{31F1812F-057F-4E99-B85F-FFA5D675AF6E}" type="parTrans" cxnId="{086C2FA2-7A5A-40C5-8823-1659D38EEDE6}">
      <dgm:prSet/>
      <dgm:spPr/>
      <dgm:t>
        <a:bodyPr/>
        <a:lstStyle/>
        <a:p>
          <a:endParaRPr lang="en-US"/>
        </a:p>
      </dgm:t>
    </dgm:pt>
    <dgm:pt modelId="{CB3C96E4-31FF-439F-96B7-7489CFE3FCB7}" type="sibTrans" cxnId="{086C2FA2-7A5A-40C5-8823-1659D38EEDE6}">
      <dgm:prSet/>
      <dgm:spPr/>
      <dgm:t>
        <a:bodyPr/>
        <a:lstStyle/>
        <a:p>
          <a:endParaRPr lang="en-US"/>
        </a:p>
      </dgm:t>
    </dgm:pt>
    <dgm:pt modelId="{9B7DFAB1-EFA4-4DDA-A614-477BE0B07B8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Evaluate: key step in machine learning. It helps us check how well the model performs and how good it is at handling new, unseen data. </a:t>
          </a:r>
        </a:p>
      </dgm:t>
    </dgm:pt>
    <dgm:pt modelId="{88DC68F7-E664-4ECF-A1E9-6B85EACD6605}" type="parTrans" cxnId="{287E8CA2-FECD-480B-8FB3-7DC9809E9565}">
      <dgm:prSet/>
      <dgm:spPr/>
      <dgm:t>
        <a:bodyPr/>
        <a:lstStyle/>
        <a:p>
          <a:endParaRPr lang="en-US"/>
        </a:p>
      </dgm:t>
    </dgm:pt>
    <dgm:pt modelId="{535A6CD9-A477-4C0C-80AD-DC50B465B9E9}" type="sibTrans" cxnId="{287E8CA2-FECD-480B-8FB3-7DC9809E9565}">
      <dgm:prSet/>
      <dgm:spPr/>
      <dgm:t>
        <a:bodyPr/>
        <a:lstStyle/>
        <a:p>
          <a:endParaRPr lang="en-US"/>
        </a:p>
      </dgm:t>
    </dgm:pt>
    <dgm:pt modelId="{90A8CEB0-C420-4CF6-8D0D-881E9FABD832}" type="pres">
      <dgm:prSet presAssocID="{94AB76E1-0C5C-40C8-9D97-26602426B3B2}" presName="root" presStyleCnt="0">
        <dgm:presLayoutVars>
          <dgm:dir/>
          <dgm:resizeHandles val="exact"/>
        </dgm:presLayoutVars>
      </dgm:prSet>
      <dgm:spPr/>
    </dgm:pt>
    <dgm:pt modelId="{10736554-35C6-4481-B83C-539003985355}" type="pres">
      <dgm:prSet presAssocID="{C7698E46-7B24-41B8-9B4C-BEFB3F8878B7}" presName="compNode" presStyleCnt="0"/>
      <dgm:spPr/>
    </dgm:pt>
    <dgm:pt modelId="{0227CDA1-18AA-41A8-B333-AB3993869EF3}" type="pres">
      <dgm:prSet presAssocID="{C7698E46-7B24-41B8-9B4C-BEFB3F8878B7}" presName="bgRect" presStyleLbl="bgShp" presStyleIdx="0" presStyleCnt="7"/>
      <dgm:spPr/>
    </dgm:pt>
    <dgm:pt modelId="{A410A168-7E55-41D9-878E-295F1866BC60}" type="pres">
      <dgm:prSet presAssocID="{C7698E46-7B24-41B8-9B4C-BEFB3F8878B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ză de date"/>
        </a:ext>
      </dgm:extLst>
    </dgm:pt>
    <dgm:pt modelId="{BEA86AA6-3385-4E33-BC69-1584085BDFC7}" type="pres">
      <dgm:prSet presAssocID="{C7698E46-7B24-41B8-9B4C-BEFB3F8878B7}" presName="spaceRect" presStyleCnt="0"/>
      <dgm:spPr/>
    </dgm:pt>
    <dgm:pt modelId="{8EE3D5FE-33E8-4C5C-A954-BB6BA67B466C}" type="pres">
      <dgm:prSet presAssocID="{C7698E46-7B24-41B8-9B4C-BEFB3F8878B7}" presName="parTx" presStyleLbl="revTx" presStyleIdx="0" presStyleCnt="7">
        <dgm:presLayoutVars>
          <dgm:chMax val="0"/>
          <dgm:chPref val="0"/>
        </dgm:presLayoutVars>
      </dgm:prSet>
      <dgm:spPr/>
    </dgm:pt>
    <dgm:pt modelId="{1FB46D9D-FF07-4068-8677-F3B819420A1A}" type="pres">
      <dgm:prSet presAssocID="{E9958254-5821-449F-BA8B-154FFD17586A}" presName="sibTrans" presStyleCnt="0"/>
      <dgm:spPr/>
    </dgm:pt>
    <dgm:pt modelId="{C44AE12E-F799-4546-8C79-DBC47C9DD964}" type="pres">
      <dgm:prSet presAssocID="{F2EBE021-C8DE-43D5-B0B0-45F4055CC4B5}" presName="compNode" presStyleCnt="0"/>
      <dgm:spPr/>
    </dgm:pt>
    <dgm:pt modelId="{39A5CD79-631D-4534-B540-53396110E942}" type="pres">
      <dgm:prSet presAssocID="{F2EBE021-C8DE-43D5-B0B0-45F4055CC4B5}" presName="bgRect" presStyleLbl="bgShp" presStyleIdx="1" presStyleCnt="7"/>
      <dgm:spPr/>
    </dgm:pt>
    <dgm:pt modelId="{4B89BA6B-9093-4EC3-925F-C8BC497792AE}" type="pres">
      <dgm:prSet presAssocID="{F2EBE021-C8DE-43D5-B0B0-45F4055CC4B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en"/>
        </a:ext>
      </dgm:extLst>
    </dgm:pt>
    <dgm:pt modelId="{61E9665E-4422-4C10-8219-E2EE5312C48C}" type="pres">
      <dgm:prSet presAssocID="{F2EBE021-C8DE-43D5-B0B0-45F4055CC4B5}" presName="spaceRect" presStyleCnt="0"/>
      <dgm:spPr/>
    </dgm:pt>
    <dgm:pt modelId="{9D1CFEB3-8D3B-4EA2-AC59-8B0AA00E8A39}" type="pres">
      <dgm:prSet presAssocID="{F2EBE021-C8DE-43D5-B0B0-45F4055CC4B5}" presName="parTx" presStyleLbl="revTx" presStyleIdx="1" presStyleCnt="7">
        <dgm:presLayoutVars>
          <dgm:chMax val="0"/>
          <dgm:chPref val="0"/>
        </dgm:presLayoutVars>
      </dgm:prSet>
      <dgm:spPr/>
    </dgm:pt>
    <dgm:pt modelId="{937940F0-65D2-4548-AFFB-37BA6DF1B02D}" type="pres">
      <dgm:prSet presAssocID="{5D434B96-A736-4E09-9F9A-7BC2EE3BDE34}" presName="sibTrans" presStyleCnt="0"/>
      <dgm:spPr/>
    </dgm:pt>
    <dgm:pt modelId="{FA1BEF73-019E-456A-9022-CD55DF9A8432}" type="pres">
      <dgm:prSet presAssocID="{0CB89701-D7B5-427A-84AC-BE778B86E329}" presName="compNode" presStyleCnt="0"/>
      <dgm:spPr/>
    </dgm:pt>
    <dgm:pt modelId="{29F43900-A78C-44F6-9094-A58D2F0B4A3C}" type="pres">
      <dgm:prSet presAssocID="{0CB89701-D7B5-427A-84AC-BE778B86E329}" presName="bgRect" presStyleLbl="bgShp" presStyleIdx="2" presStyleCnt="7"/>
      <dgm:spPr/>
    </dgm:pt>
    <dgm:pt modelId="{00149BE1-0347-48DB-9C83-709B38D213C4}" type="pres">
      <dgm:prSet presAssocID="{0CB89701-D7B5-427A-84AC-BE778B86E32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or"/>
        </a:ext>
      </dgm:extLst>
    </dgm:pt>
    <dgm:pt modelId="{5ECAF83A-050D-40E5-8AF4-058A5B5F51A3}" type="pres">
      <dgm:prSet presAssocID="{0CB89701-D7B5-427A-84AC-BE778B86E329}" presName="spaceRect" presStyleCnt="0"/>
      <dgm:spPr/>
    </dgm:pt>
    <dgm:pt modelId="{01FB7ADF-16C3-4EFB-8E54-A388B1949E6A}" type="pres">
      <dgm:prSet presAssocID="{0CB89701-D7B5-427A-84AC-BE778B86E329}" presName="parTx" presStyleLbl="revTx" presStyleIdx="2" presStyleCnt="7">
        <dgm:presLayoutVars>
          <dgm:chMax val="0"/>
          <dgm:chPref val="0"/>
        </dgm:presLayoutVars>
      </dgm:prSet>
      <dgm:spPr/>
    </dgm:pt>
    <dgm:pt modelId="{38B441F3-508D-450C-A983-3DD6FD1ADC7B}" type="pres">
      <dgm:prSet presAssocID="{CE8A7511-B486-452D-90EB-AC85428EE6A6}" presName="sibTrans" presStyleCnt="0"/>
      <dgm:spPr/>
    </dgm:pt>
    <dgm:pt modelId="{C5A865D6-706B-46A3-9948-5A394B14EF43}" type="pres">
      <dgm:prSet presAssocID="{F634E33D-E477-42A1-8DD3-9C6C7D5871FD}" presName="compNode" presStyleCnt="0"/>
      <dgm:spPr/>
    </dgm:pt>
    <dgm:pt modelId="{1762C9BC-9695-4E3A-83C8-56E5E02CF4BB}" type="pres">
      <dgm:prSet presAssocID="{F634E33D-E477-42A1-8DD3-9C6C7D5871FD}" presName="bgRect" presStyleLbl="bgShp" presStyleIdx="3" presStyleCnt="7"/>
      <dgm:spPr/>
    </dgm:pt>
    <dgm:pt modelId="{55D82B86-F232-48AE-BD6E-7387EBAD9EE7}" type="pres">
      <dgm:prSet presAssocID="{F634E33D-E477-42A1-8DD3-9C6C7D5871F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D266385-F2F4-45AE-B416-1DDA9D77EE51}" type="pres">
      <dgm:prSet presAssocID="{F634E33D-E477-42A1-8DD3-9C6C7D5871FD}" presName="spaceRect" presStyleCnt="0"/>
      <dgm:spPr/>
    </dgm:pt>
    <dgm:pt modelId="{C908E3C5-A846-479C-9AAE-CD9A53B5DD77}" type="pres">
      <dgm:prSet presAssocID="{F634E33D-E477-42A1-8DD3-9C6C7D5871FD}" presName="parTx" presStyleLbl="revTx" presStyleIdx="3" presStyleCnt="7">
        <dgm:presLayoutVars>
          <dgm:chMax val="0"/>
          <dgm:chPref val="0"/>
        </dgm:presLayoutVars>
      </dgm:prSet>
      <dgm:spPr/>
    </dgm:pt>
    <dgm:pt modelId="{76EC7A2D-A140-483B-A267-37BF658D157C}" type="pres">
      <dgm:prSet presAssocID="{EB505787-4EF5-4895-971C-2B644F05F59E}" presName="sibTrans" presStyleCnt="0"/>
      <dgm:spPr/>
    </dgm:pt>
    <dgm:pt modelId="{9568A495-51CD-4746-82EB-581579519C39}" type="pres">
      <dgm:prSet presAssocID="{8170C5B4-2503-42DA-A2A9-0481AF2CB2A7}" presName="compNode" presStyleCnt="0"/>
      <dgm:spPr/>
    </dgm:pt>
    <dgm:pt modelId="{7B92389B-22ED-41ED-8939-D4F7E3AD3AFA}" type="pres">
      <dgm:prSet presAssocID="{8170C5B4-2503-42DA-A2A9-0481AF2CB2A7}" presName="bgRect" presStyleLbl="bgShp" presStyleIdx="4" presStyleCnt="7"/>
      <dgm:spPr/>
    </dgm:pt>
    <dgm:pt modelId="{01AEFDCD-8610-4612-AE7C-71095F0996E8}" type="pres">
      <dgm:prSet presAssocID="{8170C5B4-2503-42DA-A2A9-0481AF2CB2A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Țintă"/>
        </a:ext>
      </dgm:extLst>
    </dgm:pt>
    <dgm:pt modelId="{1AF11390-953C-42B1-B85A-12DEF01718BC}" type="pres">
      <dgm:prSet presAssocID="{8170C5B4-2503-42DA-A2A9-0481AF2CB2A7}" presName="spaceRect" presStyleCnt="0"/>
      <dgm:spPr/>
    </dgm:pt>
    <dgm:pt modelId="{76A9B11A-00EA-4508-916A-7081959008F2}" type="pres">
      <dgm:prSet presAssocID="{8170C5B4-2503-42DA-A2A9-0481AF2CB2A7}" presName="parTx" presStyleLbl="revTx" presStyleIdx="4" presStyleCnt="7">
        <dgm:presLayoutVars>
          <dgm:chMax val="0"/>
          <dgm:chPref val="0"/>
        </dgm:presLayoutVars>
      </dgm:prSet>
      <dgm:spPr/>
    </dgm:pt>
    <dgm:pt modelId="{A6BCF85F-285E-4B5A-914A-2261D29AD188}" type="pres">
      <dgm:prSet presAssocID="{5C0EE6BB-7AB4-4B3B-8EC3-E33467246FF5}" presName="sibTrans" presStyleCnt="0"/>
      <dgm:spPr/>
    </dgm:pt>
    <dgm:pt modelId="{5493FA23-6BE7-412F-A7A7-B41EFCD01222}" type="pres">
      <dgm:prSet presAssocID="{218C0758-D7AD-427B-A3AE-02F22FB6B69E}" presName="compNode" presStyleCnt="0"/>
      <dgm:spPr/>
    </dgm:pt>
    <dgm:pt modelId="{71762ABD-CB67-4306-B6DB-CD9F41170E81}" type="pres">
      <dgm:prSet presAssocID="{218C0758-D7AD-427B-A3AE-02F22FB6B69E}" presName="bgRect" presStyleLbl="bgShp" presStyleIdx="5" presStyleCnt="7"/>
      <dgm:spPr/>
    </dgm:pt>
    <dgm:pt modelId="{5165D44B-309E-4387-BA44-C67B582260F3}" type="pres">
      <dgm:prSet presAssocID="{218C0758-D7AD-427B-A3AE-02F22FB6B69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 with solid fill"/>
        </a:ext>
      </dgm:extLst>
    </dgm:pt>
    <dgm:pt modelId="{90DC7F2B-B28F-4650-A7BE-52C52609AC2A}" type="pres">
      <dgm:prSet presAssocID="{218C0758-D7AD-427B-A3AE-02F22FB6B69E}" presName="spaceRect" presStyleCnt="0"/>
      <dgm:spPr/>
    </dgm:pt>
    <dgm:pt modelId="{3D3F2513-3498-4503-A09C-21FDEB31434B}" type="pres">
      <dgm:prSet presAssocID="{218C0758-D7AD-427B-A3AE-02F22FB6B69E}" presName="parTx" presStyleLbl="revTx" presStyleIdx="5" presStyleCnt="7">
        <dgm:presLayoutVars>
          <dgm:chMax val="0"/>
          <dgm:chPref val="0"/>
        </dgm:presLayoutVars>
      </dgm:prSet>
      <dgm:spPr/>
    </dgm:pt>
    <dgm:pt modelId="{2C37ECE3-9AFC-4BC4-B16E-819B481FC99A}" type="pres">
      <dgm:prSet presAssocID="{CB3C96E4-31FF-439F-96B7-7489CFE3FCB7}" presName="sibTrans" presStyleCnt="0"/>
      <dgm:spPr/>
    </dgm:pt>
    <dgm:pt modelId="{F0B52784-F426-4697-A0B7-E887CD41BCC9}" type="pres">
      <dgm:prSet presAssocID="{9B7DFAB1-EFA4-4DDA-A614-477BE0B07B82}" presName="compNode" presStyleCnt="0"/>
      <dgm:spPr/>
    </dgm:pt>
    <dgm:pt modelId="{C17774FE-8D82-40BE-88E5-8E45C8044CED}" type="pres">
      <dgm:prSet presAssocID="{9B7DFAB1-EFA4-4DDA-A614-477BE0B07B82}" presName="bgRect" presStyleLbl="bgShp" presStyleIdx="6" presStyleCnt="7"/>
      <dgm:spPr/>
    </dgm:pt>
    <dgm:pt modelId="{3A70A942-A17D-4C1F-AD8F-462ED81B0CD9}" type="pres">
      <dgm:prSet presAssocID="{9B7DFAB1-EFA4-4DDA-A614-477BE0B07B8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Checked with solid fill"/>
        </a:ext>
      </dgm:extLst>
    </dgm:pt>
    <dgm:pt modelId="{276B918A-765E-4ADC-8148-B8BE80C3F843}" type="pres">
      <dgm:prSet presAssocID="{9B7DFAB1-EFA4-4DDA-A614-477BE0B07B82}" presName="spaceRect" presStyleCnt="0"/>
      <dgm:spPr/>
    </dgm:pt>
    <dgm:pt modelId="{5C0DA04E-6D9E-4A2C-86E7-F7175F0F000F}" type="pres">
      <dgm:prSet presAssocID="{9B7DFAB1-EFA4-4DDA-A614-477BE0B07B8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D63E232B-D764-46C5-B72B-1083C3861729}" srcId="{94AB76E1-0C5C-40C8-9D97-26602426B3B2}" destId="{8170C5B4-2503-42DA-A2A9-0481AF2CB2A7}" srcOrd="4" destOrd="0" parTransId="{28F86C5A-4E61-4BAB-A86A-2C18F79904E2}" sibTransId="{5C0EE6BB-7AB4-4B3B-8EC3-E33467246FF5}"/>
    <dgm:cxn modelId="{3FC91C2E-5201-4406-AB6B-695A73D2CC8B}" srcId="{94AB76E1-0C5C-40C8-9D97-26602426B3B2}" destId="{F2EBE021-C8DE-43D5-B0B0-45F4055CC4B5}" srcOrd="1" destOrd="0" parTransId="{B1869A47-ECC4-41D6-B3FA-31E94475E894}" sibTransId="{5D434B96-A736-4E09-9F9A-7BC2EE3BDE34}"/>
    <dgm:cxn modelId="{D4FA882F-FE17-400B-ABC2-8DBB6A877003}" srcId="{94AB76E1-0C5C-40C8-9D97-26602426B3B2}" destId="{C7698E46-7B24-41B8-9B4C-BEFB3F8878B7}" srcOrd="0" destOrd="0" parTransId="{9ADC9A4B-EB11-4FF1-8D3A-2EA1DB72B5A4}" sibTransId="{E9958254-5821-449F-BA8B-154FFD17586A}"/>
    <dgm:cxn modelId="{79AD6836-2A81-4B03-BA78-7B6FB8C21407}" type="presOf" srcId="{94AB76E1-0C5C-40C8-9D97-26602426B3B2}" destId="{90A8CEB0-C420-4CF6-8D0D-881E9FABD832}" srcOrd="0" destOrd="0" presId="urn:microsoft.com/office/officeart/2018/2/layout/IconVerticalSolidList"/>
    <dgm:cxn modelId="{07FB9C44-5F7A-49B4-92F5-2175ECF80ABE}" type="presOf" srcId="{F634E33D-E477-42A1-8DD3-9C6C7D5871FD}" destId="{C908E3C5-A846-479C-9AAE-CD9A53B5DD77}" srcOrd="0" destOrd="0" presId="urn:microsoft.com/office/officeart/2018/2/layout/IconVerticalSolidList"/>
    <dgm:cxn modelId="{E79ACB6A-C6EB-4012-826D-A98418E23AE5}" type="presOf" srcId="{8170C5B4-2503-42DA-A2A9-0481AF2CB2A7}" destId="{76A9B11A-00EA-4508-916A-7081959008F2}" srcOrd="0" destOrd="0" presId="urn:microsoft.com/office/officeart/2018/2/layout/IconVerticalSolidList"/>
    <dgm:cxn modelId="{7E1FF34C-5D96-41AC-86EA-55D5A979826B}" srcId="{94AB76E1-0C5C-40C8-9D97-26602426B3B2}" destId="{0CB89701-D7B5-427A-84AC-BE778B86E329}" srcOrd="2" destOrd="0" parTransId="{6258A716-7BFB-4443-858C-346DCBF0C543}" sibTransId="{CE8A7511-B486-452D-90EB-AC85428EE6A6}"/>
    <dgm:cxn modelId="{F9771780-B1EE-4CFF-808F-E0057D71E701}" type="presOf" srcId="{9B7DFAB1-EFA4-4DDA-A614-477BE0B07B82}" destId="{5C0DA04E-6D9E-4A2C-86E7-F7175F0F000F}" srcOrd="0" destOrd="0" presId="urn:microsoft.com/office/officeart/2018/2/layout/IconVerticalSolidList"/>
    <dgm:cxn modelId="{9CA20592-57B1-490D-BDD5-333DDDD5BE8C}" type="presOf" srcId="{218C0758-D7AD-427B-A3AE-02F22FB6B69E}" destId="{3D3F2513-3498-4503-A09C-21FDEB31434B}" srcOrd="0" destOrd="0" presId="urn:microsoft.com/office/officeart/2018/2/layout/IconVerticalSolidList"/>
    <dgm:cxn modelId="{502DD994-6EFC-4701-8710-D85A4AB8BD48}" type="presOf" srcId="{C7698E46-7B24-41B8-9B4C-BEFB3F8878B7}" destId="{8EE3D5FE-33E8-4C5C-A954-BB6BA67B466C}" srcOrd="0" destOrd="0" presId="urn:microsoft.com/office/officeart/2018/2/layout/IconVerticalSolidList"/>
    <dgm:cxn modelId="{086C2FA2-7A5A-40C5-8823-1659D38EEDE6}" srcId="{94AB76E1-0C5C-40C8-9D97-26602426B3B2}" destId="{218C0758-D7AD-427B-A3AE-02F22FB6B69E}" srcOrd="5" destOrd="0" parTransId="{31F1812F-057F-4E99-B85F-FFA5D675AF6E}" sibTransId="{CB3C96E4-31FF-439F-96B7-7489CFE3FCB7}"/>
    <dgm:cxn modelId="{287E8CA2-FECD-480B-8FB3-7DC9809E9565}" srcId="{94AB76E1-0C5C-40C8-9D97-26602426B3B2}" destId="{9B7DFAB1-EFA4-4DDA-A614-477BE0B07B82}" srcOrd="6" destOrd="0" parTransId="{88DC68F7-E664-4ECF-A1E9-6B85EACD6605}" sibTransId="{535A6CD9-A477-4C0C-80AD-DC50B465B9E9}"/>
    <dgm:cxn modelId="{010003A9-58CD-421F-9E59-E8D11EDBD87A}" type="presOf" srcId="{0CB89701-D7B5-427A-84AC-BE778B86E329}" destId="{01FB7ADF-16C3-4EFB-8E54-A388B1949E6A}" srcOrd="0" destOrd="0" presId="urn:microsoft.com/office/officeart/2018/2/layout/IconVerticalSolidList"/>
    <dgm:cxn modelId="{B7560CB9-E647-4A27-959C-87E03AF35D97}" type="presOf" srcId="{F2EBE021-C8DE-43D5-B0B0-45F4055CC4B5}" destId="{9D1CFEB3-8D3B-4EA2-AC59-8B0AA00E8A39}" srcOrd="0" destOrd="0" presId="urn:microsoft.com/office/officeart/2018/2/layout/IconVerticalSolidList"/>
    <dgm:cxn modelId="{C37A19FD-7439-428F-A4EA-0C038F45A028}" srcId="{94AB76E1-0C5C-40C8-9D97-26602426B3B2}" destId="{F634E33D-E477-42A1-8DD3-9C6C7D5871FD}" srcOrd="3" destOrd="0" parTransId="{A0C96966-4581-4487-859B-0B54E5F192B4}" sibTransId="{EB505787-4EF5-4895-971C-2B644F05F59E}"/>
    <dgm:cxn modelId="{8FF81640-0D0B-4C4A-A8FA-5668A3CAF270}" type="presParOf" srcId="{90A8CEB0-C420-4CF6-8D0D-881E9FABD832}" destId="{10736554-35C6-4481-B83C-539003985355}" srcOrd="0" destOrd="0" presId="urn:microsoft.com/office/officeart/2018/2/layout/IconVerticalSolidList"/>
    <dgm:cxn modelId="{C317E0A3-F39A-4BC5-A93C-6A4DE45B0307}" type="presParOf" srcId="{10736554-35C6-4481-B83C-539003985355}" destId="{0227CDA1-18AA-41A8-B333-AB3993869EF3}" srcOrd="0" destOrd="0" presId="urn:microsoft.com/office/officeart/2018/2/layout/IconVerticalSolidList"/>
    <dgm:cxn modelId="{16C7834C-D1C4-4251-B726-166DCE6C375A}" type="presParOf" srcId="{10736554-35C6-4481-B83C-539003985355}" destId="{A410A168-7E55-41D9-878E-295F1866BC60}" srcOrd="1" destOrd="0" presId="urn:microsoft.com/office/officeart/2018/2/layout/IconVerticalSolidList"/>
    <dgm:cxn modelId="{F27DE84F-F848-4EEF-97BA-A9C63F7B86C2}" type="presParOf" srcId="{10736554-35C6-4481-B83C-539003985355}" destId="{BEA86AA6-3385-4E33-BC69-1584085BDFC7}" srcOrd="2" destOrd="0" presId="urn:microsoft.com/office/officeart/2018/2/layout/IconVerticalSolidList"/>
    <dgm:cxn modelId="{277FE476-4713-48B4-8696-E13D9A3309A8}" type="presParOf" srcId="{10736554-35C6-4481-B83C-539003985355}" destId="{8EE3D5FE-33E8-4C5C-A954-BB6BA67B466C}" srcOrd="3" destOrd="0" presId="urn:microsoft.com/office/officeart/2018/2/layout/IconVerticalSolidList"/>
    <dgm:cxn modelId="{3E222D33-4638-44B1-973D-5BFDDF47EBB8}" type="presParOf" srcId="{90A8CEB0-C420-4CF6-8D0D-881E9FABD832}" destId="{1FB46D9D-FF07-4068-8677-F3B819420A1A}" srcOrd="1" destOrd="0" presId="urn:microsoft.com/office/officeart/2018/2/layout/IconVerticalSolidList"/>
    <dgm:cxn modelId="{BAC97A15-29CE-44EE-A08F-B1308BD988B6}" type="presParOf" srcId="{90A8CEB0-C420-4CF6-8D0D-881E9FABD832}" destId="{C44AE12E-F799-4546-8C79-DBC47C9DD964}" srcOrd="2" destOrd="0" presId="urn:microsoft.com/office/officeart/2018/2/layout/IconVerticalSolidList"/>
    <dgm:cxn modelId="{A870B5E6-F8A3-48BF-9947-95F3B2D8E347}" type="presParOf" srcId="{C44AE12E-F799-4546-8C79-DBC47C9DD964}" destId="{39A5CD79-631D-4534-B540-53396110E942}" srcOrd="0" destOrd="0" presId="urn:microsoft.com/office/officeart/2018/2/layout/IconVerticalSolidList"/>
    <dgm:cxn modelId="{31BC753B-9C2D-4C81-A4F9-B3E13E313D0C}" type="presParOf" srcId="{C44AE12E-F799-4546-8C79-DBC47C9DD964}" destId="{4B89BA6B-9093-4EC3-925F-C8BC497792AE}" srcOrd="1" destOrd="0" presId="urn:microsoft.com/office/officeart/2018/2/layout/IconVerticalSolidList"/>
    <dgm:cxn modelId="{E31362FB-26DD-411C-A0FF-353B3AD96DA9}" type="presParOf" srcId="{C44AE12E-F799-4546-8C79-DBC47C9DD964}" destId="{61E9665E-4422-4C10-8219-E2EE5312C48C}" srcOrd="2" destOrd="0" presId="urn:microsoft.com/office/officeart/2018/2/layout/IconVerticalSolidList"/>
    <dgm:cxn modelId="{E3CFE0A6-42F7-47A2-82BD-449A019B7EFF}" type="presParOf" srcId="{C44AE12E-F799-4546-8C79-DBC47C9DD964}" destId="{9D1CFEB3-8D3B-4EA2-AC59-8B0AA00E8A39}" srcOrd="3" destOrd="0" presId="urn:microsoft.com/office/officeart/2018/2/layout/IconVerticalSolidList"/>
    <dgm:cxn modelId="{8BC3FD1C-29AF-4718-B1F9-A577CF76F979}" type="presParOf" srcId="{90A8CEB0-C420-4CF6-8D0D-881E9FABD832}" destId="{937940F0-65D2-4548-AFFB-37BA6DF1B02D}" srcOrd="3" destOrd="0" presId="urn:microsoft.com/office/officeart/2018/2/layout/IconVerticalSolidList"/>
    <dgm:cxn modelId="{60B5BCAE-5A62-4450-B02B-49DF2583A0E4}" type="presParOf" srcId="{90A8CEB0-C420-4CF6-8D0D-881E9FABD832}" destId="{FA1BEF73-019E-456A-9022-CD55DF9A8432}" srcOrd="4" destOrd="0" presId="urn:microsoft.com/office/officeart/2018/2/layout/IconVerticalSolidList"/>
    <dgm:cxn modelId="{01B1E1A4-1332-47FE-A15F-CEEC69DE657D}" type="presParOf" srcId="{FA1BEF73-019E-456A-9022-CD55DF9A8432}" destId="{29F43900-A78C-44F6-9094-A58D2F0B4A3C}" srcOrd="0" destOrd="0" presId="urn:microsoft.com/office/officeart/2018/2/layout/IconVerticalSolidList"/>
    <dgm:cxn modelId="{EABC2A86-2C9C-4068-8F2B-4BC0E02F91BC}" type="presParOf" srcId="{FA1BEF73-019E-456A-9022-CD55DF9A8432}" destId="{00149BE1-0347-48DB-9C83-709B38D213C4}" srcOrd="1" destOrd="0" presId="urn:microsoft.com/office/officeart/2018/2/layout/IconVerticalSolidList"/>
    <dgm:cxn modelId="{05005A17-8608-4E2E-9A16-851C109EE3B2}" type="presParOf" srcId="{FA1BEF73-019E-456A-9022-CD55DF9A8432}" destId="{5ECAF83A-050D-40E5-8AF4-058A5B5F51A3}" srcOrd="2" destOrd="0" presId="urn:microsoft.com/office/officeart/2018/2/layout/IconVerticalSolidList"/>
    <dgm:cxn modelId="{BFCF74E1-4B76-4B28-91A6-3F42C652D899}" type="presParOf" srcId="{FA1BEF73-019E-456A-9022-CD55DF9A8432}" destId="{01FB7ADF-16C3-4EFB-8E54-A388B1949E6A}" srcOrd="3" destOrd="0" presId="urn:microsoft.com/office/officeart/2018/2/layout/IconVerticalSolidList"/>
    <dgm:cxn modelId="{2D654CB8-EBE9-4A01-BE5A-B358A7ED5B9F}" type="presParOf" srcId="{90A8CEB0-C420-4CF6-8D0D-881E9FABD832}" destId="{38B441F3-508D-450C-A983-3DD6FD1ADC7B}" srcOrd="5" destOrd="0" presId="urn:microsoft.com/office/officeart/2018/2/layout/IconVerticalSolidList"/>
    <dgm:cxn modelId="{0A81AEE5-F77D-49C3-9467-84BC6F92E6DA}" type="presParOf" srcId="{90A8CEB0-C420-4CF6-8D0D-881E9FABD832}" destId="{C5A865D6-706B-46A3-9948-5A394B14EF43}" srcOrd="6" destOrd="0" presId="urn:microsoft.com/office/officeart/2018/2/layout/IconVerticalSolidList"/>
    <dgm:cxn modelId="{CA434FD6-BBD4-40C3-BA9D-FC0CF7CC2C91}" type="presParOf" srcId="{C5A865D6-706B-46A3-9948-5A394B14EF43}" destId="{1762C9BC-9695-4E3A-83C8-56E5E02CF4BB}" srcOrd="0" destOrd="0" presId="urn:microsoft.com/office/officeart/2018/2/layout/IconVerticalSolidList"/>
    <dgm:cxn modelId="{A6F04F0D-8E5D-4D63-9DCA-F7542238615B}" type="presParOf" srcId="{C5A865D6-706B-46A3-9948-5A394B14EF43}" destId="{55D82B86-F232-48AE-BD6E-7387EBAD9EE7}" srcOrd="1" destOrd="0" presId="urn:microsoft.com/office/officeart/2018/2/layout/IconVerticalSolidList"/>
    <dgm:cxn modelId="{CD76A78A-82CA-4C03-9D88-E6AA0174B33A}" type="presParOf" srcId="{C5A865D6-706B-46A3-9948-5A394B14EF43}" destId="{9D266385-F2F4-45AE-B416-1DDA9D77EE51}" srcOrd="2" destOrd="0" presId="urn:microsoft.com/office/officeart/2018/2/layout/IconVerticalSolidList"/>
    <dgm:cxn modelId="{DBAA6932-9AD0-41C9-92B8-E34B9BFF531E}" type="presParOf" srcId="{C5A865D6-706B-46A3-9948-5A394B14EF43}" destId="{C908E3C5-A846-479C-9AAE-CD9A53B5DD77}" srcOrd="3" destOrd="0" presId="urn:microsoft.com/office/officeart/2018/2/layout/IconVerticalSolidList"/>
    <dgm:cxn modelId="{8017AFCB-C85E-4762-BBCA-C9E362C31EE2}" type="presParOf" srcId="{90A8CEB0-C420-4CF6-8D0D-881E9FABD832}" destId="{76EC7A2D-A140-483B-A267-37BF658D157C}" srcOrd="7" destOrd="0" presId="urn:microsoft.com/office/officeart/2018/2/layout/IconVerticalSolidList"/>
    <dgm:cxn modelId="{A2B69985-5EBB-4410-B7D7-19439196DE95}" type="presParOf" srcId="{90A8CEB0-C420-4CF6-8D0D-881E9FABD832}" destId="{9568A495-51CD-4746-82EB-581579519C39}" srcOrd="8" destOrd="0" presId="urn:microsoft.com/office/officeart/2018/2/layout/IconVerticalSolidList"/>
    <dgm:cxn modelId="{75811442-AF29-4A0A-950D-6C97289B245B}" type="presParOf" srcId="{9568A495-51CD-4746-82EB-581579519C39}" destId="{7B92389B-22ED-41ED-8939-D4F7E3AD3AFA}" srcOrd="0" destOrd="0" presId="urn:microsoft.com/office/officeart/2018/2/layout/IconVerticalSolidList"/>
    <dgm:cxn modelId="{30D8FCD4-4A6E-49FD-A4F5-94F186369BA1}" type="presParOf" srcId="{9568A495-51CD-4746-82EB-581579519C39}" destId="{01AEFDCD-8610-4612-AE7C-71095F0996E8}" srcOrd="1" destOrd="0" presId="urn:microsoft.com/office/officeart/2018/2/layout/IconVerticalSolidList"/>
    <dgm:cxn modelId="{7C62AFA9-750E-4A1E-8049-528FF1686224}" type="presParOf" srcId="{9568A495-51CD-4746-82EB-581579519C39}" destId="{1AF11390-953C-42B1-B85A-12DEF01718BC}" srcOrd="2" destOrd="0" presId="urn:microsoft.com/office/officeart/2018/2/layout/IconVerticalSolidList"/>
    <dgm:cxn modelId="{C1B6CC7E-0213-4C1F-AACC-5DF25E30FB4B}" type="presParOf" srcId="{9568A495-51CD-4746-82EB-581579519C39}" destId="{76A9B11A-00EA-4508-916A-7081959008F2}" srcOrd="3" destOrd="0" presId="urn:microsoft.com/office/officeart/2018/2/layout/IconVerticalSolidList"/>
    <dgm:cxn modelId="{391A1306-45B6-4BB7-B38C-49F31C944660}" type="presParOf" srcId="{90A8CEB0-C420-4CF6-8D0D-881E9FABD832}" destId="{A6BCF85F-285E-4B5A-914A-2261D29AD188}" srcOrd="9" destOrd="0" presId="urn:microsoft.com/office/officeart/2018/2/layout/IconVerticalSolidList"/>
    <dgm:cxn modelId="{470C1ED2-73F0-4706-9877-DC324FA7CCFD}" type="presParOf" srcId="{90A8CEB0-C420-4CF6-8D0D-881E9FABD832}" destId="{5493FA23-6BE7-412F-A7A7-B41EFCD01222}" srcOrd="10" destOrd="0" presId="urn:microsoft.com/office/officeart/2018/2/layout/IconVerticalSolidList"/>
    <dgm:cxn modelId="{A3127D82-9D0E-4F85-B6C0-E62F1E8E84DE}" type="presParOf" srcId="{5493FA23-6BE7-412F-A7A7-B41EFCD01222}" destId="{71762ABD-CB67-4306-B6DB-CD9F41170E81}" srcOrd="0" destOrd="0" presId="urn:microsoft.com/office/officeart/2018/2/layout/IconVerticalSolidList"/>
    <dgm:cxn modelId="{3285ABE1-1347-44E7-BCE9-E25889D293F4}" type="presParOf" srcId="{5493FA23-6BE7-412F-A7A7-B41EFCD01222}" destId="{5165D44B-309E-4387-BA44-C67B582260F3}" srcOrd="1" destOrd="0" presId="urn:microsoft.com/office/officeart/2018/2/layout/IconVerticalSolidList"/>
    <dgm:cxn modelId="{D527C5E8-9973-4C1D-A04A-57F11C2A4B07}" type="presParOf" srcId="{5493FA23-6BE7-412F-A7A7-B41EFCD01222}" destId="{90DC7F2B-B28F-4650-A7BE-52C52609AC2A}" srcOrd="2" destOrd="0" presId="urn:microsoft.com/office/officeart/2018/2/layout/IconVerticalSolidList"/>
    <dgm:cxn modelId="{197204F0-43C4-4DEC-9578-A827B2F7CC45}" type="presParOf" srcId="{5493FA23-6BE7-412F-A7A7-B41EFCD01222}" destId="{3D3F2513-3498-4503-A09C-21FDEB31434B}" srcOrd="3" destOrd="0" presId="urn:microsoft.com/office/officeart/2018/2/layout/IconVerticalSolidList"/>
    <dgm:cxn modelId="{F756C7BF-56C4-4C4C-BEE6-D740F60CC8C5}" type="presParOf" srcId="{90A8CEB0-C420-4CF6-8D0D-881E9FABD832}" destId="{2C37ECE3-9AFC-4BC4-B16E-819B481FC99A}" srcOrd="11" destOrd="0" presId="urn:microsoft.com/office/officeart/2018/2/layout/IconVerticalSolidList"/>
    <dgm:cxn modelId="{C3A37A7E-D347-41BF-BFEF-50CA0641F91B}" type="presParOf" srcId="{90A8CEB0-C420-4CF6-8D0D-881E9FABD832}" destId="{F0B52784-F426-4697-A0B7-E887CD41BCC9}" srcOrd="12" destOrd="0" presId="urn:microsoft.com/office/officeart/2018/2/layout/IconVerticalSolidList"/>
    <dgm:cxn modelId="{BCFDB2F0-730C-4047-A164-C7991CDC4C2B}" type="presParOf" srcId="{F0B52784-F426-4697-A0B7-E887CD41BCC9}" destId="{C17774FE-8D82-40BE-88E5-8E45C8044CED}" srcOrd="0" destOrd="0" presId="urn:microsoft.com/office/officeart/2018/2/layout/IconVerticalSolidList"/>
    <dgm:cxn modelId="{FAB55FAA-6825-47C1-9C5C-F8DA10F27570}" type="presParOf" srcId="{F0B52784-F426-4697-A0B7-E887CD41BCC9}" destId="{3A70A942-A17D-4C1F-AD8F-462ED81B0CD9}" srcOrd="1" destOrd="0" presId="urn:microsoft.com/office/officeart/2018/2/layout/IconVerticalSolidList"/>
    <dgm:cxn modelId="{57D3142D-4215-4AF5-9A78-92EB2F080C28}" type="presParOf" srcId="{F0B52784-F426-4697-A0B7-E887CD41BCC9}" destId="{276B918A-765E-4ADC-8148-B8BE80C3F843}" srcOrd="2" destOrd="0" presId="urn:microsoft.com/office/officeart/2018/2/layout/IconVerticalSolidList"/>
    <dgm:cxn modelId="{ECCDFD6A-54C4-47F4-8555-FB78E5D4C321}" type="presParOf" srcId="{F0B52784-F426-4697-A0B7-E887CD41BCC9}" destId="{5C0DA04E-6D9E-4A2C-86E7-F7175F0F00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74B6B3-01A1-460F-8BCF-78C6B2628EAF}" type="doc">
      <dgm:prSet loTypeId="urn:microsoft.com/office/officeart/2005/8/layout/cycle8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E8AB839-2AED-4F2E-994C-6A4374C9202E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</a:t>
          </a:r>
        </a:p>
      </dgm:t>
    </dgm:pt>
    <dgm:pt modelId="{935FA76E-4278-474E-9760-78787034ECB0}" type="parTrans" cxnId="{530E8769-D243-4B8B-A44E-03FDF252DEE3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798DA-BF53-47F0-B89A-72CD03F7E143}" type="sibTrans" cxnId="{530E8769-D243-4B8B-A44E-03FDF252DEE3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03AD98-0250-4080-8EDA-A54C9B18EC2F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Decision Tree </a:t>
          </a:r>
        </a:p>
      </dgm:t>
    </dgm:pt>
    <dgm:pt modelId="{86D0F160-18B2-4E28-899B-B515C3A2A1F4}" type="parTrans" cxnId="{79F47083-9DA1-4DDC-904E-D67560538FDC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A4EC8A-6698-4EC4-BF28-700D879DE30F}" type="sibTrans" cxnId="{79F47083-9DA1-4DDC-904E-D67560538FDC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794705-8FC2-4859-A25E-73BDF69B2F65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K-Nearest Neighbor </a:t>
          </a:r>
        </a:p>
      </dgm:t>
    </dgm:pt>
    <dgm:pt modelId="{90B9E08E-7992-4C6B-BF56-68E3560BF6C5}" type="parTrans" cxnId="{FA9CF99B-10A5-4B1F-877F-2D1072A28BE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9DD961-35DF-4C15-9C00-06A7FA3CF835}" type="sibTrans" cxnId="{FA9CF99B-10A5-4B1F-877F-2D1072A28BE5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DB5810-81CD-4C78-B1F5-2C484CCEE32C}">
      <dgm:prSet custT="1"/>
      <dgm:spPr/>
      <dgm:t>
        <a:bodyPr/>
        <a:lstStyle/>
        <a:p>
          <a:r>
            <a:rPr lang="en-US" sz="1600">
              <a:latin typeface="Times New Roman" panose="02020603050405020304" pitchFamily="18" charset="0"/>
              <a:cs typeface="Times New Roman" panose="02020603050405020304" pitchFamily="18" charset="0"/>
            </a:rPr>
            <a:t>Random Forest </a:t>
          </a:r>
        </a:p>
      </dgm:t>
    </dgm:pt>
    <dgm:pt modelId="{8EA94997-18E5-4E02-8F20-A1F1448AA599}" type="parTrans" cxnId="{ECA4F18C-7899-420B-A295-F7A8ABB4AA06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DF9F04-6695-4FC5-844D-19B9E780D8DC}" type="sibTrans" cxnId="{ECA4F18C-7899-420B-A295-F7A8ABB4AA06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407B2C-BB85-4AB6-90B1-E056F734FD60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Naive Bayes</a:t>
          </a:r>
        </a:p>
      </dgm:t>
    </dgm:pt>
    <dgm:pt modelId="{DE9AFD51-7A9A-401A-80C1-41C9DBBBBAF5}" type="parTrans" cxnId="{25BB7489-4472-4B0C-AF64-0B906EA93B34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AA4694-1CD4-4456-BA83-6DD23B28F214}" type="sibTrans" cxnId="{25BB7489-4472-4B0C-AF64-0B906EA93B34}">
      <dgm:prSet/>
      <dgm:spPr/>
      <dgm:t>
        <a:bodyPr/>
        <a:lstStyle/>
        <a:p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A6E94A-1AA7-418E-9F53-E2438430AD3F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And others...</a:t>
          </a:r>
        </a:p>
      </dgm:t>
    </dgm:pt>
    <dgm:pt modelId="{5E0F37CC-2D2A-425F-80B6-8FE119A6F0AA}" type="parTrans" cxnId="{BA248987-9F1F-4112-AC9F-C5E75E8A60D2}">
      <dgm:prSet/>
      <dgm:spPr/>
      <dgm:t>
        <a:bodyPr/>
        <a:lstStyle/>
        <a:p>
          <a:endParaRPr lang="en-US" sz="1600"/>
        </a:p>
      </dgm:t>
    </dgm:pt>
    <dgm:pt modelId="{9C0042D3-419A-4D24-81DF-43C9379DED45}" type="sibTrans" cxnId="{BA248987-9F1F-4112-AC9F-C5E75E8A60D2}">
      <dgm:prSet/>
      <dgm:spPr/>
      <dgm:t>
        <a:bodyPr/>
        <a:lstStyle/>
        <a:p>
          <a:endParaRPr lang="en-US" sz="1600"/>
        </a:p>
      </dgm:t>
    </dgm:pt>
    <dgm:pt modelId="{A5BF4687-B8C6-4C53-AAB7-DCC5952FBB04}" type="pres">
      <dgm:prSet presAssocID="{EB74B6B3-01A1-460F-8BCF-78C6B2628EAF}" presName="compositeShape" presStyleCnt="0">
        <dgm:presLayoutVars>
          <dgm:chMax val="7"/>
          <dgm:dir/>
          <dgm:resizeHandles val="exact"/>
        </dgm:presLayoutVars>
      </dgm:prSet>
      <dgm:spPr/>
    </dgm:pt>
    <dgm:pt modelId="{468E555E-54D8-4D00-AC15-5CFED2ECA908}" type="pres">
      <dgm:prSet presAssocID="{EB74B6B3-01A1-460F-8BCF-78C6B2628EAF}" presName="wedge1" presStyleLbl="node1" presStyleIdx="0" presStyleCnt="6"/>
      <dgm:spPr/>
    </dgm:pt>
    <dgm:pt modelId="{7F1DDC09-684D-4347-96AF-BD0B588F5C0F}" type="pres">
      <dgm:prSet presAssocID="{EB74B6B3-01A1-460F-8BCF-78C6B2628EAF}" presName="dummy1a" presStyleCnt="0"/>
      <dgm:spPr/>
    </dgm:pt>
    <dgm:pt modelId="{3E394178-71D4-4FAD-B253-A9B146212C3A}" type="pres">
      <dgm:prSet presAssocID="{EB74B6B3-01A1-460F-8BCF-78C6B2628EAF}" presName="dummy1b" presStyleCnt="0"/>
      <dgm:spPr/>
    </dgm:pt>
    <dgm:pt modelId="{A19BC1E3-56A4-46FD-8A3A-8F02C8E22052}" type="pres">
      <dgm:prSet presAssocID="{EB74B6B3-01A1-460F-8BCF-78C6B2628EAF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9B112F1-B702-4A4E-BE5F-72480C9F4192}" type="pres">
      <dgm:prSet presAssocID="{EB74B6B3-01A1-460F-8BCF-78C6B2628EAF}" presName="wedge2" presStyleLbl="node1" presStyleIdx="1" presStyleCnt="6"/>
      <dgm:spPr/>
    </dgm:pt>
    <dgm:pt modelId="{DEF237AC-050D-4FDF-95B5-301D8E292789}" type="pres">
      <dgm:prSet presAssocID="{EB74B6B3-01A1-460F-8BCF-78C6B2628EAF}" presName="dummy2a" presStyleCnt="0"/>
      <dgm:spPr/>
    </dgm:pt>
    <dgm:pt modelId="{B2907428-35B7-43EC-A9F2-7C7BC0B1D631}" type="pres">
      <dgm:prSet presAssocID="{EB74B6B3-01A1-460F-8BCF-78C6B2628EAF}" presName="dummy2b" presStyleCnt="0"/>
      <dgm:spPr/>
    </dgm:pt>
    <dgm:pt modelId="{4DF9F62C-31AD-4A8E-8BF9-4A66DFABF7AA}" type="pres">
      <dgm:prSet presAssocID="{EB74B6B3-01A1-460F-8BCF-78C6B2628EAF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DB8D126A-DBB8-49F2-8A45-FBE296F4ED10}" type="pres">
      <dgm:prSet presAssocID="{EB74B6B3-01A1-460F-8BCF-78C6B2628EAF}" presName="wedge3" presStyleLbl="node1" presStyleIdx="2" presStyleCnt="6"/>
      <dgm:spPr/>
    </dgm:pt>
    <dgm:pt modelId="{2390A0F1-D04A-4474-B3BA-FF67FF9489B8}" type="pres">
      <dgm:prSet presAssocID="{EB74B6B3-01A1-460F-8BCF-78C6B2628EAF}" presName="dummy3a" presStyleCnt="0"/>
      <dgm:spPr/>
    </dgm:pt>
    <dgm:pt modelId="{17B66446-DABE-48B6-AE66-58896FA2E57C}" type="pres">
      <dgm:prSet presAssocID="{EB74B6B3-01A1-460F-8BCF-78C6B2628EAF}" presName="dummy3b" presStyleCnt="0"/>
      <dgm:spPr/>
    </dgm:pt>
    <dgm:pt modelId="{4FCCA53C-27D5-43E4-8FE9-B21274293637}" type="pres">
      <dgm:prSet presAssocID="{EB74B6B3-01A1-460F-8BCF-78C6B2628EAF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CC01665-4357-4F96-956C-22A7784E4540}" type="pres">
      <dgm:prSet presAssocID="{EB74B6B3-01A1-460F-8BCF-78C6B2628EAF}" presName="wedge4" presStyleLbl="node1" presStyleIdx="3" presStyleCnt="6"/>
      <dgm:spPr/>
    </dgm:pt>
    <dgm:pt modelId="{32B42F66-B5A9-442B-AE85-77926068F8FD}" type="pres">
      <dgm:prSet presAssocID="{EB74B6B3-01A1-460F-8BCF-78C6B2628EAF}" presName="dummy4a" presStyleCnt="0"/>
      <dgm:spPr/>
    </dgm:pt>
    <dgm:pt modelId="{F4B13CD0-03B2-4F0C-80D7-EF974CC01A21}" type="pres">
      <dgm:prSet presAssocID="{EB74B6B3-01A1-460F-8BCF-78C6B2628EAF}" presName="dummy4b" presStyleCnt="0"/>
      <dgm:spPr/>
    </dgm:pt>
    <dgm:pt modelId="{B5ECED4C-C170-467A-937D-F4AC474D905A}" type="pres">
      <dgm:prSet presAssocID="{EB74B6B3-01A1-460F-8BCF-78C6B2628EAF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C510A97-28CA-4639-8BC5-B22D010CD137}" type="pres">
      <dgm:prSet presAssocID="{EB74B6B3-01A1-460F-8BCF-78C6B2628EAF}" presName="wedge5" presStyleLbl="node1" presStyleIdx="4" presStyleCnt="6"/>
      <dgm:spPr/>
    </dgm:pt>
    <dgm:pt modelId="{6D8FD957-390B-4F03-BDF0-DBDC8E9C5DED}" type="pres">
      <dgm:prSet presAssocID="{EB74B6B3-01A1-460F-8BCF-78C6B2628EAF}" presName="dummy5a" presStyleCnt="0"/>
      <dgm:spPr/>
    </dgm:pt>
    <dgm:pt modelId="{E73669AD-1174-4972-AF95-ADCD2DB915BA}" type="pres">
      <dgm:prSet presAssocID="{EB74B6B3-01A1-460F-8BCF-78C6B2628EAF}" presName="dummy5b" presStyleCnt="0"/>
      <dgm:spPr/>
    </dgm:pt>
    <dgm:pt modelId="{8077ACBC-8EBF-4F95-9411-4BEDE1A52D7A}" type="pres">
      <dgm:prSet presAssocID="{EB74B6B3-01A1-460F-8BCF-78C6B2628EAF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715A3EF-93F2-4B2F-B3BC-B775A6AB02C0}" type="pres">
      <dgm:prSet presAssocID="{EB74B6B3-01A1-460F-8BCF-78C6B2628EAF}" presName="wedge6" presStyleLbl="node1" presStyleIdx="5" presStyleCnt="6"/>
      <dgm:spPr/>
    </dgm:pt>
    <dgm:pt modelId="{2891047E-7A20-4C36-9702-E8D9F244156A}" type="pres">
      <dgm:prSet presAssocID="{EB74B6B3-01A1-460F-8BCF-78C6B2628EAF}" presName="dummy6a" presStyleCnt="0"/>
      <dgm:spPr/>
    </dgm:pt>
    <dgm:pt modelId="{577282DF-A6A2-4B77-A8D7-AD51D5F8EE1A}" type="pres">
      <dgm:prSet presAssocID="{EB74B6B3-01A1-460F-8BCF-78C6B2628EAF}" presName="dummy6b" presStyleCnt="0"/>
      <dgm:spPr/>
    </dgm:pt>
    <dgm:pt modelId="{A850D57B-7BF2-44B2-87C3-6E6CF74A61A7}" type="pres">
      <dgm:prSet presAssocID="{EB74B6B3-01A1-460F-8BCF-78C6B2628EAF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452E20F4-FCF5-4A4D-811E-D13817B482F1}" type="pres">
      <dgm:prSet presAssocID="{D95798DA-BF53-47F0-B89A-72CD03F7E143}" presName="arrowWedge1" presStyleLbl="fgSibTrans2D1" presStyleIdx="0" presStyleCnt="6"/>
      <dgm:spPr/>
    </dgm:pt>
    <dgm:pt modelId="{2D155357-CA69-4578-962E-2198AC4C01F2}" type="pres">
      <dgm:prSet presAssocID="{00A4EC8A-6698-4EC4-BF28-700D879DE30F}" presName="arrowWedge2" presStyleLbl="fgSibTrans2D1" presStyleIdx="1" presStyleCnt="6"/>
      <dgm:spPr/>
    </dgm:pt>
    <dgm:pt modelId="{AAC433FF-34BB-42F2-8DBE-936025D57E42}" type="pres">
      <dgm:prSet presAssocID="{B09DD961-35DF-4C15-9C00-06A7FA3CF835}" presName="arrowWedge3" presStyleLbl="fgSibTrans2D1" presStyleIdx="2" presStyleCnt="6"/>
      <dgm:spPr/>
    </dgm:pt>
    <dgm:pt modelId="{07A401C0-5222-4CB8-8F8F-F0AB362E6410}" type="pres">
      <dgm:prSet presAssocID="{1FDF9F04-6695-4FC5-844D-19B9E780D8DC}" presName="arrowWedge4" presStyleLbl="fgSibTrans2D1" presStyleIdx="3" presStyleCnt="6"/>
      <dgm:spPr/>
    </dgm:pt>
    <dgm:pt modelId="{45A6A342-BF68-4746-8123-BA605F57A939}" type="pres">
      <dgm:prSet presAssocID="{C5AA4694-1CD4-4456-BA83-6DD23B28F214}" presName="arrowWedge5" presStyleLbl="fgSibTrans2D1" presStyleIdx="4" presStyleCnt="6"/>
      <dgm:spPr/>
    </dgm:pt>
    <dgm:pt modelId="{CB36D0A5-E2C0-4B34-9F3E-B0E490B651B8}" type="pres">
      <dgm:prSet presAssocID="{9C0042D3-419A-4D24-81DF-43C9379DED45}" presName="arrowWedge6" presStyleLbl="fgSibTrans2D1" presStyleIdx="5" presStyleCnt="6"/>
      <dgm:spPr/>
    </dgm:pt>
  </dgm:ptLst>
  <dgm:cxnLst>
    <dgm:cxn modelId="{BBCDF401-7E58-4571-B9B6-AFC3605D0AE8}" type="presOf" srcId="{1E8AB839-2AED-4F2E-994C-6A4374C9202E}" destId="{468E555E-54D8-4D00-AC15-5CFED2ECA908}" srcOrd="0" destOrd="0" presId="urn:microsoft.com/office/officeart/2005/8/layout/cycle8"/>
    <dgm:cxn modelId="{E6519810-4B4F-49C9-AA8A-278C951EDAA8}" type="presOf" srcId="{7B794705-8FC2-4859-A25E-73BDF69B2F65}" destId="{DB8D126A-DBB8-49F2-8A45-FBE296F4ED10}" srcOrd="0" destOrd="0" presId="urn:microsoft.com/office/officeart/2005/8/layout/cycle8"/>
    <dgm:cxn modelId="{75CE6D1A-0EE7-4AF1-82E9-F0A9967DEA19}" type="presOf" srcId="{C4A6E94A-1AA7-418E-9F53-E2438430AD3F}" destId="{7715A3EF-93F2-4B2F-B3BC-B775A6AB02C0}" srcOrd="0" destOrd="0" presId="urn:microsoft.com/office/officeart/2005/8/layout/cycle8"/>
    <dgm:cxn modelId="{594A752A-77C6-4056-8EBE-5873868B68CA}" type="presOf" srcId="{EB74B6B3-01A1-460F-8BCF-78C6B2628EAF}" destId="{A5BF4687-B8C6-4C53-AAB7-DCC5952FBB04}" srcOrd="0" destOrd="0" presId="urn:microsoft.com/office/officeart/2005/8/layout/cycle8"/>
    <dgm:cxn modelId="{530E8769-D243-4B8B-A44E-03FDF252DEE3}" srcId="{EB74B6B3-01A1-460F-8BCF-78C6B2628EAF}" destId="{1E8AB839-2AED-4F2E-994C-6A4374C9202E}" srcOrd="0" destOrd="0" parTransId="{935FA76E-4278-474E-9760-78787034ECB0}" sibTransId="{D95798DA-BF53-47F0-B89A-72CD03F7E143}"/>
    <dgm:cxn modelId="{ECF99E4B-1BB5-4CCA-B9B4-FBD59AA23A62}" type="presOf" srcId="{2B407B2C-BB85-4AB6-90B1-E056F734FD60}" destId="{8077ACBC-8EBF-4F95-9411-4BEDE1A52D7A}" srcOrd="1" destOrd="0" presId="urn:microsoft.com/office/officeart/2005/8/layout/cycle8"/>
    <dgm:cxn modelId="{B8DAB46F-44B6-4105-9DB1-DF4C6B7BCABE}" type="presOf" srcId="{CF03AD98-0250-4080-8EDA-A54C9B18EC2F}" destId="{B9B112F1-B702-4A4E-BE5F-72480C9F4192}" srcOrd="0" destOrd="0" presId="urn:microsoft.com/office/officeart/2005/8/layout/cycle8"/>
    <dgm:cxn modelId="{5FEAE26F-3B0A-4903-808F-7DE34A54B810}" type="presOf" srcId="{2B407B2C-BB85-4AB6-90B1-E056F734FD60}" destId="{0C510A97-28CA-4639-8BC5-B22D010CD137}" srcOrd="0" destOrd="0" presId="urn:microsoft.com/office/officeart/2005/8/layout/cycle8"/>
    <dgm:cxn modelId="{79F47083-9DA1-4DDC-904E-D67560538FDC}" srcId="{EB74B6B3-01A1-460F-8BCF-78C6B2628EAF}" destId="{CF03AD98-0250-4080-8EDA-A54C9B18EC2F}" srcOrd="1" destOrd="0" parTransId="{86D0F160-18B2-4E28-899B-B515C3A2A1F4}" sibTransId="{00A4EC8A-6698-4EC4-BF28-700D879DE30F}"/>
    <dgm:cxn modelId="{BA248987-9F1F-4112-AC9F-C5E75E8A60D2}" srcId="{EB74B6B3-01A1-460F-8BCF-78C6B2628EAF}" destId="{C4A6E94A-1AA7-418E-9F53-E2438430AD3F}" srcOrd="5" destOrd="0" parTransId="{5E0F37CC-2D2A-425F-80B6-8FE119A6F0AA}" sibTransId="{9C0042D3-419A-4D24-81DF-43C9379DED45}"/>
    <dgm:cxn modelId="{25BB7489-4472-4B0C-AF64-0B906EA93B34}" srcId="{EB74B6B3-01A1-460F-8BCF-78C6B2628EAF}" destId="{2B407B2C-BB85-4AB6-90B1-E056F734FD60}" srcOrd="4" destOrd="0" parTransId="{DE9AFD51-7A9A-401A-80C1-41C9DBBBBAF5}" sibTransId="{C5AA4694-1CD4-4456-BA83-6DD23B28F214}"/>
    <dgm:cxn modelId="{6B97B18C-DBC5-4519-95EF-CED08F007055}" type="presOf" srcId="{44DB5810-81CD-4C78-B1F5-2C484CCEE32C}" destId="{B5ECED4C-C170-467A-937D-F4AC474D905A}" srcOrd="1" destOrd="0" presId="urn:microsoft.com/office/officeart/2005/8/layout/cycle8"/>
    <dgm:cxn modelId="{ECA4F18C-7899-420B-A295-F7A8ABB4AA06}" srcId="{EB74B6B3-01A1-460F-8BCF-78C6B2628EAF}" destId="{44DB5810-81CD-4C78-B1F5-2C484CCEE32C}" srcOrd="3" destOrd="0" parTransId="{8EA94997-18E5-4E02-8F20-A1F1448AA599}" sibTransId="{1FDF9F04-6695-4FC5-844D-19B9E780D8DC}"/>
    <dgm:cxn modelId="{85565E8D-937B-4FDA-9E45-6F2D1ED610AC}" type="presOf" srcId="{C4A6E94A-1AA7-418E-9F53-E2438430AD3F}" destId="{A850D57B-7BF2-44B2-87C3-6E6CF74A61A7}" srcOrd="1" destOrd="0" presId="urn:microsoft.com/office/officeart/2005/8/layout/cycle8"/>
    <dgm:cxn modelId="{CAB11894-E494-446F-A6CC-694CF21C5D89}" type="presOf" srcId="{1E8AB839-2AED-4F2E-994C-6A4374C9202E}" destId="{A19BC1E3-56A4-46FD-8A3A-8F02C8E22052}" srcOrd="1" destOrd="0" presId="urn:microsoft.com/office/officeart/2005/8/layout/cycle8"/>
    <dgm:cxn modelId="{FA9CF99B-10A5-4B1F-877F-2D1072A28BE5}" srcId="{EB74B6B3-01A1-460F-8BCF-78C6B2628EAF}" destId="{7B794705-8FC2-4859-A25E-73BDF69B2F65}" srcOrd="2" destOrd="0" parTransId="{90B9E08E-7992-4C6B-BF56-68E3560BF6C5}" sibTransId="{B09DD961-35DF-4C15-9C00-06A7FA3CF835}"/>
    <dgm:cxn modelId="{8E8E35A1-69F6-4C14-AED9-449BCB3C4158}" type="presOf" srcId="{44DB5810-81CD-4C78-B1F5-2C484CCEE32C}" destId="{DCC01665-4357-4F96-956C-22A7784E4540}" srcOrd="0" destOrd="0" presId="urn:microsoft.com/office/officeart/2005/8/layout/cycle8"/>
    <dgm:cxn modelId="{DCC75BA8-7EB7-4D10-B93D-D613A55A494D}" type="presOf" srcId="{7B794705-8FC2-4859-A25E-73BDF69B2F65}" destId="{4FCCA53C-27D5-43E4-8FE9-B21274293637}" srcOrd="1" destOrd="0" presId="urn:microsoft.com/office/officeart/2005/8/layout/cycle8"/>
    <dgm:cxn modelId="{128F1EB3-7764-4AAD-ABCA-3EE7896BE08E}" type="presOf" srcId="{CF03AD98-0250-4080-8EDA-A54C9B18EC2F}" destId="{4DF9F62C-31AD-4A8E-8BF9-4A66DFABF7AA}" srcOrd="1" destOrd="0" presId="urn:microsoft.com/office/officeart/2005/8/layout/cycle8"/>
    <dgm:cxn modelId="{93B4A76B-792B-4B82-B0D8-594DB687B36E}" type="presParOf" srcId="{A5BF4687-B8C6-4C53-AAB7-DCC5952FBB04}" destId="{468E555E-54D8-4D00-AC15-5CFED2ECA908}" srcOrd="0" destOrd="0" presId="urn:microsoft.com/office/officeart/2005/8/layout/cycle8"/>
    <dgm:cxn modelId="{4B633796-DFBB-4D65-A2D5-BBF7AB0E381B}" type="presParOf" srcId="{A5BF4687-B8C6-4C53-AAB7-DCC5952FBB04}" destId="{7F1DDC09-684D-4347-96AF-BD0B588F5C0F}" srcOrd="1" destOrd="0" presId="urn:microsoft.com/office/officeart/2005/8/layout/cycle8"/>
    <dgm:cxn modelId="{3F18D023-DD2F-45E2-99BB-0054B7B001CB}" type="presParOf" srcId="{A5BF4687-B8C6-4C53-AAB7-DCC5952FBB04}" destId="{3E394178-71D4-4FAD-B253-A9B146212C3A}" srcOrd="2" destOrd="0" presId="urn:microsoft.com/office/officeart/2005/8/layout/cycle8"/>
    <dgm:cxn modelId="{3CA4C460-63CA-4506-B4CA-B896E257C2A0}" type="presParOf" srcId="{A5BF4687-B8C6-4C53-AAB7-DCC5952FBB04}" destId="{A19BC1E3-56A4-46FD-8A3A-8F02C8E22052}" srcOrd="3" destOrd="0" presId="urn:microsoft.com/office/officeart/2005/8/layout/cycle8"/>
    <dgm:cxn modelId="{1B949D3F-0AA9-4AC4-A691-E754F715B7D6}" type="presParOf" srcId="{A5BF4687-B8C6-4C53-AAB7-DCC5952FBB04}" destId="{B9B112F1-B702-4A4E-BE5F-72480C9F4192}" srcOrd="4" destOrd="0" presId="urn:microsoft.com/office/officeart/2005/8/layout/cycle8"/>
    <dgm:cxn modelId="{AAC491B0-6172-4051-96F8-9F8668ECF970}" type="presParOf" srcId="{A5BF4687-B8C6-4C53-AAB7-DCC5952FBB04}" destId="{DEF237AC-050D-4FDF-95B5-301D8E292789}" srcOrd="5" destOrd="0" presId="urn:microsoft.com/office/officeart/2005/8/layout/cycle8"/>
    <dgm:cxn modelId="{CF36274B-EEB2-4B42-9602-C60D22B51FE8}" type="presParOf" srcId="{A5BF4687-B8C6-4C53-AAB7-DCC5952FBB04}" destId="{B2907428-35B7-43EC-A9F2-7C7BC0B1D631}" srcOrd="6" destOrd="0" presId="urn:microsoft.com/office/officeart/2005/8/layout/cycle8"/>
    <dgm:cxn modelId="{020F9209-04A0-4884-8564-30768C57B37F}" type="presParOf" srcId="{A5BF4687-B8C6-4C53-AAB7-DCC5952FBB04}" destId="{4DF9F62C-31AD-4A8E-8BF9-4A66DFABF7AA}" srcOrd="7" destOrd="0" presId="urn:microsoft.com/office/officeart/2005/8/layout/cycle8"/>
    <dgm:cxn modelId="{0E16BC44-ECB7-4B17-8935-D3F23542A4EB}" type="presParOf" srcId="{A5BF4687-B8C6-4C53-AAB7-DCC5952FBB04}" destId="{DB8D126A-DBB8-49F2-8A45-FBE296F4ED10}" srcOrd="8" destOrd="0" presId="urn:microsoft.com/office/officeart/2005/8/layout/cycle8"/>
    <dgm:cxn modelId="{DD4EFA2F-ED42-4222-84FE-6701E0D85D45}" type="presParOf" srcId="{A5BF4687-B8C6-4C53-AAB7-DCC5952FBB04}" destId="{2390A0F1-D04A-4474-B3BA-FF67FF9489B8}" srcOrd="9" destOrd="0" presId="urn:microsoft.com/office/officeart/2005/8/layout/cycle8"/>
    <dgm:cxn modelId="{5055406E-A2BC-48B8-A966-8015A5A2B872}" type="presParOf" srcId="{A5BF4687-B8C6-4C53-AAB7-DCC5952FBB04}" destId="{17B66446-DABE-48B6-AE66-58896FA2E57C}" srcOrd="10" destOrd="0" presId="urn:microsoft.com/office/officeart/2005/8/layout/cycle8"/>
    <dgm:cxn modelId="{F5DC87C4-443F-462D-980F-F87D0590A6B7}" type="presParOf" srcId="{A5BF4687-B8C6-4C53-AAB7-DCC5952FBB04}" destId="{4FCCA53C-27D5-43E4-8FE9-B21274293637}" srcOrd="11" destOrd="0" presId="urn:microsoft.com/office/officeart/2005/8/layout/cycle8"/>
    <dgm:cxn modelId="{3327B23E-835F-4A58-8D14-D2ECBDBF8051}" type="presParOf" srcId="{A5BF4687-B8C6-4C53-AAB7-DCC5952FBB04}" destId="{DCC01665-4357-4F96-956C-22A7784E4540}" srcOrd="12" destOrd="0" presId="urn:microsoft.com/office/officeart/2005/8/layout/cycle8"/>
    <dgm:cxn modelId="{67234553-12C8-42B9-A0CF-9E873D59B8ED}" type="presParOf" srcId="{A5BF4687-B8C6-4C53-AAB7-DCC5952FBB04}" destId="{32B42F66-B5A9-442B-AE85-77926068F8FD}" srcOrd="13" destOrd="0" presId="urn:microsoft.com/office/officeart/2005/8/layout/cycle8"/>
    <dgm:cxn modelId="{33E4625C-38F9-4021-A7FA-4BF81A3C230D}" type="presParOf" srcId="{A5BF4687-B8C6-4C53-AAB7-DCC5952FBB04}" destId="{F4B13CD0-03B2-4F0C-80D7-EF974CC01A21}" srcOrd="14" destOrd="0" presId="urn:microsoft.com/office/officeart/2005/8/layout/cycle8"/>
    <dgm:cxn modelId="{DFCB69C7-3A7C-41A5-B751-D94FB9C2235B}" type="presParOf" srcId="{A5BF4687-B8C6-4C53-AAB7-DCC5952FBB04}" destId="{B5ECED4C-C170-467A-937D-F4AC474D905A}" srcOrd="15" destOrd="0" presId="urn:microsoft.com/office/officeart/2005/8/layout/cycle8"/>
    <dgm:cxn modelId="{0ED5AE33-1353-49A9-8081-FAB3F5B60D0B}" type="presParOf" srcId="{A5BF4687-B8C6-4C53-AAB7-DCC5952FBB04}" destId="{0C510A97-28CA-4639-8BC5-B22D010CD137}" srcOrd="16" destOrd="0" presId="urn:microsoft.com/office/officeart/2005/8/layout/cycle8"/>
    <dgm:cxn modelId="{F6AF1E09-A6E0-4A6C-8B71-2B5EE71EF831}" type="presParOf" srcId="{A5BF4687-B8C6-4C53-AAB7-DCC5952FBB04}" destId="{6D8FD957-390B-4F03-BDF0-DBDC8E9C5DED}" srcOrd="17" destOrd="0" presId="urn:microsoft.com/office/officeart/2005/8/layout/cycle8"/>
    <dgm:cxn modelId="{906D46EE-4445-4488-9334-7A08A5E32572}" type="presParOf" srcId="{A5BF4687-B8C6-4C53-AAB7-DCC5952FBB04}" destId="{E73669AD-1174-4972-AF95-ADCD2DB915BA}" srcOrd="18" destOrd="0" presId="urn:microsoft.com/office/officeart/2005/8/layout/cycle8"/>
    <dgm:cxn modelId="{7D743344-C6CC-4DFE-9EEC-BDF52B7A468C}" type="presParOf" srcId="{A5BF4687-B8C6-4C53-AAB7-DCC5952FBB04}" destId="{8077ACBC-8EBF-4F95-9411-4BEDE1A52D7A}" srcOrd="19" destOrd="0" presId="urn:microsoft.com/office/officeart/2005/8/layout/cycle8"/>
    <dgm:cxn modelId="{779D2533-E919-41F5-BD4F-37D7F8D191EF}" type="presParOf" srcId="{A5BF4687-B8C6-4C53-AAB7-DCC5952FBB04}" destId="{7715A3EF-93F2-4B2F-B3BC-B775A6AB02C0}" srcOrd="20" destOrd="0" presId="urn:microsoft.com/office/officeart/2005/8/layout/cycle8"/>
    <dgm:cxn modelId="{EE7CCE98-077E-4125-9742-1EED340FCFDD}" type="presParOf" srcId="{A5BF4687-B8C6-4C53-AAB7-DCC5952FBB04}" destId="{2891047E-7A20-4C36-9702-E8D9F244156A}" srcOrd="21" destOrd="0" presId="urn:microsoft.com/office/officeart/2005/8/layout/cycle8"/>
    <dgm:cxn modelId="{680FF861-C441-40E7-86E5-4730760E4587}" type="presParOf" srcId="{A5BF4687-B8C6-4C53-AAB7-DCC5952FBB04}" destId="{577282DF-A6A2-4B77-A8D7-AD51D5F8EE1A}" srcOrd="22" destOrd="0" presId="urn:microsoft.com/office/officeart/2005/8/layout/cycle8"/>
    <dgm:cxn modelId="{7AA7AEEB-96D2-406C-8645-353846D7F545}" type="presParOf" srcId="{A5BF4687-B8C6-4C53-AAB7-DCC5952FBB04}" destId="{A850D57B-7BF2-44B2-87C3-6E6CF74A61A7}" srcOrd="23" destOrd="0" presId="urn:microsoft.com/office/officeart/2005/8/layout/cycle8"/>
    <dgm:cxn modelId="{275328F7-5F3A-483A-9CA4-43F9DB806A73}" type="presParOf" srcId="{A5BF4687-B8C6-4C53-AAB7-DCC5952FBB04}" destId="{452E20F4-FCF5-4A4D-811E-D13817B482F1}" srcOrd="24" destOrd="0" presId="urn:microsoft.com/office/officeart/2005/8/layout/cycle8"/>
    <dgm:cxn modelId="{E6909F4B-57E5-4550-A056-B8E3CD443A2E}" type="presParOf" srcId="{A5BF4687-B8C6-4C53-AAB7-DCC5952FBB04}" destId="{2D155357-CA69-4578-962E-2198AC4C01F2}" srcOrd="25" destOrd="0" presId="urn:microsoft.com/office/officeart/2005/8/layout/cycle8"/>
    <dgm:cxn modelId="{D1C0B678-C1E7-4BBC-BC12-EF9EAAD2F44F}" type="presParOf" srcId="{A5BF4687-B8C6-4C53-AAB7-DCC5952FBB04}" destId="{AAC433FF-34BB-42F2-8DBE-936025D57E42}" srcOrd="26" destOrd="0" presId="urn:microsoft.com/office/officeart/2005/8/layout/cycle8"/>
    <dgm:cxn modelId="{8D6D2C50-6F60-41B5-A172-62F07D8ABE41}" type="presParOf" srcId="{A5BF4687-B8C6-4C53-AAB7-DCC5952FBB04}" destId="{07A401C0-5222-4CB8-8F8F-F0AB362E6410}" srcOrd="27" destOrd="0" presId="urn:microsoft.com/office/officeart/2005/8/layout/cycle8"/>
    <dgm:cxn modelId="{55F24E20-B3C5-45F9-B598-823D8ED62A4E}" type="presParOf" srcId="{A5BF4687-B8C6-4C53-AAB7-DCC5952FBB04}" destId="{45A6A342-BF68-4746-8123-BA605F57A939}" srcOrd="28" destOrd="0" presId="urn:microsoft.com/office/officeart/2005/8/layout/cycle8"/>
    <dgm:cxn modelId="{4F9167CB-3854-45EF-BB6F-0FAC9E1DDC8D}" type="presParOf" srcId="{A5BF4687-B8C6-4C53-AAB7-DCC5952FBB04}" destId="{CB36D0A5-E2C0-4B34-9F3E-B0E490B651B8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A452B-6FFB-468D-835E-DA3D860EDFB9}">
      <dsp:nvSpPr>
        <dsp:cNvPr id="0" name=""/>
        <dsp:cNvSpPr/>
      </dsp:nvSpPr>
      <dsp:spPr>
        <a:xfrm>
          <a:off x="-7016211" y="-1073536"/>
          <a:ext cx="8357167" cy="8357167"/>
        </a:xfrm>
        <a:prstGeom prst="blockArc">
          <a:avLst>
            <a:gd name="adj1" fmla="val 18900000"/>
            <a:gd name="adj2" fmla="val 2700000"/>
            <a:gd name="adj3" fmla="val 258"/>
          </a:avLst>
        </a:prstGeom>
        <a:noFill/>
        <a:ln w="1905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CAFEE-9D6E-42B2-B271-258B588CA6E8}">
      <dsp:nvSpPr>
        <dsp:cNvPr id="0" name=""/>
        <dsp:cNvSpPr/>
      </dsp:nvSpPr>
      <dsp:spPr>
        <a:xfrm>
          <a:off x="435638" y="282310"/>
          <a:ext cx="8481786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Overview</a:t>
          </a:r>
        </a:p>
      </dsp:txBody>
      <dsp:txXfrm>
        <a:off x="435638" y="282310"/>
        <a:ext cx="8481786" cy="564373"/>
      </dsp:txXfrm>
    </dsp:sp>
    <dsp:sp modelId="{C8F94678-BB25-48F5-9EB0-829EFD26130E}">
      <dsp:nvSpPr>
        <dsp:cNvPr id="0" name=""/>
        <dsp:cNvSpPr/>
      </dsp:nvSpPr>
      <dsp:spPr>
        <a:xfrm>
          <a:off x="82904" y="211764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EFB67-8019-4FF2-87C7-005708705131}">
      <dsp:nvSpPr>
        <dsp:cNvPr id="0" name=""/>
        <dsp:cNvSpPr/>
      </dsp:nvSpPr>
      <dsp:spPr>
        <a:xfrm>
          <a:off x="946728" y="1129367"/>
          <a:ext cx="7970695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Types of ML</a:t>
          </a:r>
        </a:p>
      </dsp:txBody>
      <dsp:txXfrm>
        <a:off x="946728" y="1129367"/>
        <a:ext cx="7970695" cy="564373"/>
      </dsp:txXfrm>
    </dsp:sp>
    <dsp:sp modelId="{3084001F-83F3-46FC-B536-96D2F6DE3493}">
      <dsp:nvSpPr>
        <dsp:cNvPr id="0" name=""/>
        <dsp:cNvSpPr/>
      </dsp:nvSpPr>
      <dsp:spPr>
        <a:xfrm>
          <a:off x="593995" y="1058821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53E26-B0A5-4B0F-8719-660F224B7C89}">
      <dsp:nvSpPr>
        <dsp:cNvPr id="0" name=""/>
        <dsp:cNvSpPr/>
      </dsp:nvSpPr>
      <dsp:spPr>
        <a:xfrm>
          <a:off x="1226804" y="1975803"/>
          <a:ext cx="7690619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 Deep Dive</a:t>
          </a:r>
        </a:p>
      </dsp:txBody>
      <dsp:txXfrm>
        <a:off x="1226804" y="1975803"/>
        <a:ext cx="7690619" cy="564373"/>
      </dsp:txXfrm>
    </dsp:sp>
    <dsp:sp modelId="{51252450-6459-4396-BE02-766F48544AB2}">
      <dsp:nvSpPr>
        <dsp:cNvPr id="0" name=""/>
        <dsp:cNvSpPr/>
      </dsp:nvSpPr>
      <dsp:spPr>
        <a:xfrm>
          <a:off x="874070" y="1905257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68F01-0108-43A2-91C2-F2B2A8EFA791}">
      <dsp:nvSpPr>
        <dsp:cNvPr id="0" name=""/>
        <dsp:cNvSpPr/>
      </dsp:nvSpPr>
      <dsp:spPr>
        <a:xfrm>
          <a:off x="1316229" y="2822860"/>
          <a:ext cx="7601194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and Classification</a:t>
          </a:r>
        </a:p>
      </dsp:txBody>
      <dsp:txXfrm>
        <a:off x="1316229" y="2822860"/>
        <a:ext cx="7601194" cy="564373"/>
      </dsp:txXfrm>
    </dsp:sp>
    <dsp:sp modelId="{E62DF8A7-EF3F-4952-9C36-BC7B3FE0133C}">
      <dsp:nvSpPr>
        <dsp:cNvPr id="0" name=""/>
        <dsp:cNvSpPr/>
      </dsp:nvSpPr>
      <dsp:spPr>
        <a:xfrm>
          <a:off x="963496" y="2752314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6CA1F-4950-4537-BF0F-146FEBB1448E}">
      <dsp:nvSpPr>
        <dsp:cNvPr id="0" name=""/>
        <dsp:cNvSpPr/>
      </dsp:nvSpPr>
      <dsp:spPr>
        <a:xfrm>
          <a:off x="1226804" y="3669917"/>
          <a:ext cx="7690619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More on Classification…</a:t>
          </a:r>
        </a:p>
      </dsp:txBody>
      <dsp:txXfrm>
        <a:off x="1226804" y="3669917"/>
        <a:ext cx="7690619" cy="564373"/>
      </dsp:txXfrm>
    </dsp:sp>
    <dsp:sp modelId="{ED9163F2-F8DC-4BB1-AD75-4592C077241B}">
      <dsp:nvSpPr>
        <dsp:cNvPr id="0" name=""/>
        <dsp:cNvSpPr/>
      </dsp:nvSpPr>
      <dsp:spPr>
        <a:xfrm>
          <a:off x="874070" y="3599371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A6322-940B-4DD0-AA51-40FF5183A87E}">
      <dsp:nvSpPr>
        <dsp:cNvPr id="0" name=""/>
        <dsp:cNvSpPr/>
      </dsp:nvSpPr>
      <dsp:spPr>
        <a:xfrm>
          <a:off x="946728" y="4516353"/>
          <a:ext cx="7970695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 Algorithms</a:t>
          </a:r>
        </a:p>
      </dsp:txBody>
      <dsp:txXfrm>
        <a:off x="946728" y="4516353"/>
        <a:ext cx="7970695" cy="564373"/>
      </dsp:txXfrm>
    </dsp:sp>
    <dsp:sp modelId="{7CB83AA2-C47B-4B7B-B71C-CA4516914FEC}">
      <dsp:nvSpPr>
        <dsp:cNvPr id="0" name=""/>
        <dsp:cNvSpPr/>
      </dsp:nvSpPr>
      <dsp:spPr>
        <a:xfrm>
          <a:off x="593995" y="4445807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79B16-3713-47FE-81CC-F64B1CBE45A9}">
      <dsp:nvSpPr>
        <dsp:cNvPr id="0" name=""/>
        <dsp:cNvSpPr/>
      </dsp:nvSpPr>
      <dsp:spPr>
        <a:xfrm>
          <a:off x="435638" y="5363410"/>
          <a:ext cx="8481786" cy="564373"/>
        </a:xfrm>
        <a:prstGeom prst="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797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Workflow + Home assignment</a:t>
          </a:r>
        </a:p>
      </dsp:txBody>
      <dsp:txXfrm>
        <a:off x="435638" y="5363410"/>
        <a:ext cx="8481786" cy="564373"/>
      </dsp:txXfrm>
    </dsp:sp>
    <dsp:sp modelId="{D8A0DAC4-C548-4C24-8946-6FBAEB18D0E5}">
      <dsp:nvSpPr>
        <dsp:cNvPr id="0" name=""/>
        <dsp:cNvSpPr/>
      </dsp:nvSpPr>
      <dsp:spPr>
        <a:xfrm>
          <a:off x="82904" y="5292863"/>
          <a:ext cx="705466" cy="7054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6406D-5151-428D-90CF-AC60B80D93D0}">
      <dsp:nvSpPr>
        <dsp:cNvPr id="0" name=""/>
        <dsp:cNvSpPr/>
      </dsp:nvSpPr>
      <dsp:spPr>
        <a:xfrm>
          <a:off x="0" y="666298"/>
          <a:ext cx="10515600" cy="13461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79EFF-FF5E-4599-AFF6-BDDF00BA1B95}">
      <dsp:nvSpPr>
        <dsp:cNvPr id="0" name=""/>
        <dsp:cNvSpPr/>
      </dsp:nvSpPr>
      <dsp:spPr>
        <a:xfrm>
          <a:off x="407224" y="969192"/>
          <a:ext cx="740407" cy="740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3BF68-1F43-47AD-900A-A4F202C1C8DC}">
      <dsp:nvSpPr>
        <dsp:cNvPr id="0" name=""/>
        <dsp:cNvSpPr/>
      </dsp:nvSpPr>
      <dsp:spPr>
        <a:xfrm>
          <a:off x="1554855" y="666298"/>
          <a:ext cx="8960744" cy="13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72" tIns="142472" rIns="142472" bIns="14247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 is a subset of AI that focuses on the development of computer algorithms that improve automatically through experience and use of data.</a:t>
          </a:r>
        </a:p>
      </dsp:txBody>
      <dsp:txXfrm>
        <a:off x="1554855" y="666298"/>
        <a:ext cx="8960744" cy="1346195"/>
      </dsp:txXfrm>
    </dsp:sp>
    <dsp:sp modelId="{C7F5B102-9414-420E-BF6B-B1C27CF487C9}">
      <dsp:nvSpPr>
        <dsp:cNvPr id="0" name=""/>
        <dsp:cNvSpPr/>
      </dsp:nvSpPr>
      <dsp:spPr>
        <a:xfrm>
          <a:off x="0" y="2338844"/>
          <a:ext cx="10515600" cy="13461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B6C13-574D-4D5D-9EEB-752C76A50E57}">
      <dsp:nvSpPr>
        <dsp:cNvPr id="0" name=""/>
        <dsp:cNvSpPr/>
      </dsp:nvSpPr>
      <dsp:spPr>
        <a:xfrm>
          <a:off x="407224" y="2641738"/>
          <a:ext cx="740407" cy="740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B8E7B-0903-41BF-B91C-EC6C27E69EAD}">
      <dsp:nvSpPr>
        <dsp:cNvPr id="0" name=""/>
        <dsp:cNvSpPr/>
      </dsp:nvSpPr>
      <dsp:spPr>
        <a:xfrm>
          <a:off x="1554855" y="2338844"/>
          <a:ext cx="8960744" cy="13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72" tIns="142472" rIns="142472" bIns="14247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Machine learning enables computers to learn from data and make decisions or predictions without being explicitly programmed to do so.</a:t>
          </a:r>
        </a:p>
      </dsp:txBody>
      <dsp:txXfrm>
        <a:off x="1554855" y="2338844"/>
        <a:ext cx="8960744" cy="13461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E3050-4689-4338-8E3D-C501F6E4C198}">
      <dsp:nvSpPr>
        <dsp:cNvPr id="0" name=""/>
        <dsp:cNvSpPr/>
      </dsp:nvSpPr>
      <dsp:spPr>
        <a:xfrm rot="5400000">
          <a:off x="4178582" y="-1495805"/>
          <a:ext cx="1201701" cy="449828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trained on a labeled dataset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is accompanied by a label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Regression</a:t>
          </a:r>
          <a:b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</a:t>
          </a:r>
        </a:p>
      </dsp:txBody>
      <dsp:txXfrm rot="-5400000">
        <a:off x="2530288" y="211151"/>
        <a:ext cx="4439627" cy="1084377"/>
      </dsp:txXfrm>
    </dsp:sp>
    <dsp:sp modelId="{5DCB87F8-F52D-42B1-824B-6D47E5C6B8BF}">
      <dsp:nvSpPr>
        <dsp:cNvPr id="0" name=""/>
        <dsp:cNvSpPr/>
      </dsp:nvSpPr>
      <dsp:spPr>
        <a:xfrm>
          <a:off x="0" y="2275"/>
          <a:ext cx="2530288" cy="150212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 Learning</a:t>
          </a:r>
        </a:p>
      </dsp:txBody>
      <dsp:txXfrm>
        <a:off x="73328" y="75603"/>
        <a:ext cx="2383632" cy="1355470"/>
      </dsp:txXfrm>
    </dsp:sp>
    <dsp:sp modelId="{3DD4ED6E-0A59-48EC-87C3-EFD2422B6E3C}">
      <dsp:nvSpPr>
        <dsp:cNvPr id="0" name=""/>
        <dsp:cNvSpPr/>
      </dsp:nvSpPr>
      <dsp:spPr>
        <a:xfrm rot="5400000">
          <a:off x="4178582" y="81427"/>
          <a:ext cx="1201701" cy="4498289"/>
        </a:xfrm>
        <a:prstGeom prst="round2Same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unlabeled dataset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The model is left to find patterns and relationships in the data on its own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Clustering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530288" y="1788383"/>
        <a:ext cx="4439627" cy="1084377"/>
      </dsp:txXfrm>
    </dsp:sp>
    <dsp:sp modelId="{F7784D53-6755-48E4-8C85-3AF222EAA8F3}">
      <dsp:nvSpPr>
        <dsp:cNvPr id="0" name=""/>
        <dsp:cNvSpPr/>
      </dsp:nvSpPr>
      <dsp:spPr>
        <a:xfrm>
          <a:off x="0" y="1579508"/>
          <a:ext cx="2530288" cy="1502126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Unsupervised Learning</a:t>
          </a:r>
        </a:p>
      </dsp:txBody>
      <dsp:txXfrm>
        <a:off x="73328" y="1652836"/>
        <a:ext cx="2383632" cy="1355470"/>
      </dsp:txXfrm>
    </dsp:sp>
    <dsp:sp modelId="{0260E7D3-0D3C-4971-906B-DF90826C6956}">
      <dsp:nvSpPr>
        <dsp:cNvPr id="0" name=""/>
        <dsp:cNvSpPr/>
      </dsp:nvSpPr>
      <dsp:spPr>
        <a:xfrm rot="5400000">
          <a:off x="4178582" y="1658659"/>
          <a:ext cx="1201701" cy="4498289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rewards or penalties based on actions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530288" y="3365615"/>
        <a:ext cx="4439627" cy="1084377"/>
      </dsp:txXfrm>
    </dsp:sp>
    <dsp:sp modelId="{4318E60A-D0B5-4073-B19C-5E6CA1ABA680}">
      <dsp:nvSpPr>
        <dsp:cNvPr id="0" name=""/>
        <dsp:cNvSpPr/>
      </dsp:nvSpPr>
      <dsp:spPr>
        <a:xfrm>
          <a:off x="0" y="3156741"/>
          <a:ext cx="2530288" cy="150212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Reinforcement Learning</a:t>
          </a:r>
        </a:p>
      </dsp:txBody>
      <dsp:txXfrm>
        <a:off x="73328" y="3230069"/>
        <a:ext cx="2383632" cy="1355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23953-447C-4E1E-A9BF-E312FC5CE27A}">
      <dsp:nvSpPr>
        <dsp:cNvPr id="0" name=""/>
        <dsp:cNvSpPr/>
      </dsp:nvSpPr>
      <dsp:spPr>
        <a:xfrm>
          <a:off x="500012" y="2531"/>
          <a:ext cx="3979086" cy="290951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continuous numeric value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Output: </a:t>
          </a:r>
          <a:r>
            <a:rPr lang="en-US" sz="22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numeric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Example: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predictors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22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height_mother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2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height_father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age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height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0012" y="2531"/>
        <a:ext cx="3979086" cy="2909516"/>
      </dsp:txXfrm>
    </dsp:sp>
    <dsp:sp modelId="{85D6DD49-8C2E-4F6A-9320-99B2711B74A1}">
      <dsp:nvSpPr>
        <dsp:cNvPr id="0" name=""/>
        <dsp:cNvSpPr/>
      </dsp:nvSpPr>
      <dsp:spPr>
        <a:xfrm>
          <a:off x="4877007" y="1409"/>
          <a:ext cx="3979086" cy="29117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Classification</a:t>
          </a:r>
          <a:endParaRPr lang="en-US" sz="22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category or class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Output: </a:t>
          </a:r>
          <a:r>
            <a:rPr lang="en-US" sz="22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category/label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b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values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age, gender, income, profession</a:t>
          </a:r>
          <a:b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buyer/not buyer (label)</a:t>
          </a:r>
        </a:p>
      </dsp:txBody>
      <dsp:txXfrm>
        <a:off x="4877007" y="1409"/>
        <a:ext cx="3979086" cy="2911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76023-C1CC-4D11-9E0B-D64A67B3234D}">
      <dsp:nvSpPr>
        <dsp:cNvPr id="0" name=""/>
        <dsp:cNvSpPr/>
      </dsp:nvSpPr>
      <dsp:spPr>
        <a:xfrm>
          <a:off x="0" y="3802"/>
          <a:ext cx="10380315" cy="53036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Medical diagnosis</a:t>
          </a:r>
        </a:p>
      </dsp:txBody>
      <dsp:txXfrm>
        <a:off x="25890" y="29692"/>
        <a:ext cx="10328535" cy="478589"/>
      </dsp:txXfrm>
    </dsp:sp>
    <dsp:sp modelId="{5B16D076-DA43-44C7-8DFC-45E403E0226E}">
      <dsp:nvSpPr>
        <dsp:cNvPr id="0" name=""/>
        <dsp:cNvSpPr/>
      </dsp:nvSpPr>
      <dsp:spPr>
        <a:xfrm>
          <a:off x="0" y="534172"/>
          <a:ext cx="10380315" cy="1036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7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 values: age, gender, history, symptom1-severity, symptom2-severity, test-result1, test-result2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Label: disease</a:t>
          </a:r>
        </a:p>
      </dsp:txBody>
      <dsp:txXfrm>
        <a:off x="0" y="534172"/>
        <a:ext cx="10380315" cy="1036089"/>
      </dsp:txXfrm>
    </dsp:sp>
    <dsp:sp modelId="{14A59809-F0B8-4827-B1A2-7A3516905B9B}">
      <dsp:nvSpPr>
        <dsp:cNvPr id="0" name=""/>
        <dsp:cNvSpPr/>
      </dsp:nvSpPr>
      <dsp:spPr>
        <a:xfrm>
          <a:off x="0" y="1570261"/>
          <a:ext cx="10380315" cy="53036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Email spam detection</a:t>
          </a:r>
        </a:p>
      </dsp:txBody>
      <dsp:txXfrm>
        <a:off x="25890" y="1596151"/>
        <a:ext cx="10328535" cy="478589"/>
      </dsp:txXfrm>
    </dsp:sp>
    <dsp:sp modelId="{429862DB-5AB7-4115-ADB1-9FC81C9651A3}">
      <dsp:nvSpPr>
        <dsp:cNvPr id="0" name=""/>
        <dsp:cNvSpPr/>
      </dsp:nvSpPr>
      <dsp:spPr>
        <a:xfrm>
          <a:off x="0" y="2100630"/>
          <a:ext cx="10380315" cy="1036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7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Feature values: sender-domain, length, #images, keyword1, keyword2, …, keyword n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Label: spam or not-spam</a:t>
          </a:r>
        </a:p>
      </dsp:txBody>
      <dsp:txXfrm>
        <a:off x="0" y="2100630"/>
        <a:ext cx="10380315" cy="1036089"/>
      </dsp:txXfrm>
    </dsp:sp>
    <dsp:sp modelId="{F234B5B7-DCB0-4340-94FD-45FA050F9250}">
      <dsp:nvSpPr>
        <dsp:cNvPr id="0" name=""/>
        <dsp:cNvSpPr/>
      </dsp:nvSpPr>
      <dsp:spPr>
        <a:xfrm>
          <a:off x="0" y="3136720"/>
          <a:ext cx="10380315" cy="53036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Credit card fraud detection</a:t>
          </a:r>
        </a:p>
      </dsp:txBody>
      <dsp:txXfrm>
        <a:off x="25890" y="3162610"/>
        <a:ext cx="10328535" cy="478589"/>
      </dsp:txXfrm>
    </dsp:sp>
    <dsp:sp modelId="{2BE6A7E6-7AAF-4E9D-87AE-4A3C2595D075}">
      <dsp:nvSpPr>
        <dsp:cNvPr id="0" name=""/>
        <dsp:cNvSpPr/>
      </dsp:nvSpPr>
      <dsp:spPr>
        <a:xfrm>
          <a:off x="0" y="3667089"/>
          <a:ext cx="10380315" cy="723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57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Feature values: user, location, item, price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Label: fraud or okay</a:t>
          </a:r>
        </a:p>
      </dsp:txBody>
      <dsp:txXfrm>
        <a:off x="0" y="3667089"/>
        <a:ext cx="10380315" cy="7233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17A26-E9BD-426F-855E-9F5A7832696A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95D94-E502-48AC-87FB-A78C1893AC96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42A25-755C-4626-A232-A5D049AF3C36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Linear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models create a linear decision boundary between classes. They are simple and computationally efficient. </a:t>
          </a:r>
        </a:p>
      </dsp:txBody>
      <dsp:txXfrm>
        <a:off x="1936708" y="908268"/>
        <a:ext cx="4308556" cy="1676804"/>
      </dsp:txXfrm>
    </dsp:sp>
    <dsp:sp modelId="{267CC469-AED3-43C7-978D-902C4E83162F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AAA1E-1E48-465A-AD1D-9B3CEEE6EB49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EBA9B-98BD-4EED-8707-0D042C2EE61B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Non-linear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create a non-linear decision boundary between classes. They can capture more complex relationships between input features and target variable. </a:t>
          </a:r>
        </a:p>
      </dsp:txBody>
      <dsp:txXfrm>
        <a:off x="1936708" y="3004274"/>
        <a:ext cx="4308556" cy="16768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7CDA1-18AA-41A8-B333-AB3993869EF3}">
      <dsp:nvSpPr>
        <dsp:cNvPr id="0" name=""/>
        <dsp:cNvSpPr/>
      </dsp:nvSpPr>
      <dsp:spPr>
        <a:xfrm>
          <a:off x="0" y="3364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0A168-7E55-41D9-878E-295F1866BC60}">
      <dsp:nvSpPr>
        <dsp:cNvPr id="0" name=""/>
        <dsp:cNvSpPr/>
      </dsp:nvSpPr>
      <dsp:spPr>
        <a:xfrm>
          <a:off x="190640" y="145163"/>
          <a:ext cx="346958" cy="3466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3D5FE-33E8-4C5C-A954-BB6BA67B466C}">
      <dsp:nvSpPr>
        <dsp:cNvPr id="0" name=""/>
        <dsp:cNvSpPr/>
      </dsp:nvSpPr>
      <dsp:spPr>
        <a:xfrm>
          <a:off x="728239" y="3364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Load dataset: We start with a dataset where each item is labeled with the correct class.</a:t>
          </a:r>
        </a:p>
      </dsp:txBody>
      <dsp:txXfrm>
        <a:off x="728239" y="3364"/>
        <a:ext cx="9754460" cy="689299"/>
      </dsp:txXfrm>
    </dsp:sp>
    <dsp:sp modelId="{39A5CD79-631D-4534-B540-53396110E942}">
      <dsp:nvSpPr>
        <dsp:cNvPr id="0" name=""/>
        <dsp:cNvSpPr/>
      </dsp:nvSpPr>
      <dsp:spPr>
        <a:xfrm>
          <a:off x="0" y="864989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9BA6B-9093-4EC3-925F-C8BC497792AE}">
      <dsp:nvSpPr>
        <dsp:cNvPr id="0" name=""/>
        <dsp:cNvSpPr/>
      </dsp:nvSpPr>
      <dsp:spPr>
        <a:xfrm>
          <a:off x="190640" y="1006788"/>
          <a:ext cx="346958" cy="3466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CFEB3-8D3B-4EA2-AC59-8B0AA00E8A39}">
      <dsp:nvSpPr>
        <dsp:cNvPr id="0" name=""/>
        <dsp:cNvSpPr/>
      </dsp:nvSpPr>
      <dsp:spPr>
        <a:xfrm>
          <a:off x="728239" y="864989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 and Preprocess the dataset + Fill in Missing Values</a:t>
          </a:r>
        </a:p>
      </dsp:txBody>
      <dsp:txXfrm>
        <a:off x="728239" y="864989"/>
        <a:ext cx="9754460" cy="689299"/>
      </dsp:txXfrm>
    </dsp:sp>
    <dsp:sp modelId="{29F43900-A78C-44F6-9094-A58D2F0B4A3C}">
      <dsp:nvSpPr>
        <dsp:cNvPr id="0" name=""/>
        <dsp:cNvSpPr/>
      </dsp:nvSpPr>
      <dsp:spPr>
        <a:xfrm>
          <a:off x="0" y="1726614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49BE1-0347-48DB-9C83-709B38D213C4}">
      <dsp:nvSpPr>
        <dsp:cNvPr id="0" name=""/>
        <dsp:cNvSpPr/>
      </dsp:nvSpPr>
      <dsp:spPr>
        <a:xfrm>
          <a:off x="190640" y="1868413"/>
          <a:ext cx="346958" cy="3466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B7ADF-16C3-4EFB-8E54-A388B1949E6A}">
      <dsp:nvSpPr>
        <dsp:cNvPr id="0" name=""/>
        <dsp:cNvSpPr/>
      </dsp:nvSpPr>
      <dsp:spPr>
        <a:xfrm>
          <a:off x="728239" y="1726614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Encode Categories</a:t>
          </a:r>
        </a:p>
      </dsp:txBody>
      <dsp:txXfrm>
        <a:off x="728239" y="1726614"/>
        <a:ext cx="9754460" cy="689299"/>
      </dsp:txXfrm>
    </dsp:sp>
    <dsp:sp modelId="{1762C9BC-9695-4E3A-83C8-56E5E02CF4BB}">
      <dsp:nvSpPr>
        <dsp:cNvPr id="0" name=""/>
        <dsp:cNvSpPr/>
      </dsp:nvSpPr>
      <dsp:spPr>
        <a:xfrm>
          <a:off x="0" y="2588239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82B86-F232-48AE-BD6E-7387EBAD9EE7}">
      <dsp:nvSpPr>
        <dsp:cNvPr id="0" name=""/>
        <dsp:cNvSpPr/>
      </dsp:nvSpPr>
      <dsp:spPr>
        <a:xfrm>
          <a:off x="190640" y="2730038"/>
          <a:ext cx="346958" cy="3466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8E3C5-A846-479C-9AAE-CD9A53B5DD77}">
      <dsp:nvSpPr>
        <dsp:cNvPr id="0" name=""/>
        <dsp:cNvSpPr/>
      </dsp:nvSpPr>
      <dsp:spPr>
        <a:xfrm>
          <a:off x="728239" y="2588239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Train/Test Split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8239" y="2588239"/>
        <a:ext cx="9754460" cy="689299"/>
      </dsp:txXfrm>
    </dsp:sp>
    <dsp:sp modelId="{7B92389B-22ED-41ED-8939-D4F7E3AD3AFA}">
      <dsp:nvSpPr>
        <dsp:cNvPr id="0" name=""/>
        <dsp:cNvSpPr/>
      </dsp:nvSpPr>
      <dsp:spPr>
        <a:xfrm>
          <a:off x="0" y="3449864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EFDCD-8610-4612-AE7C-71095F0996E8}">
      <dsp:nvSpPr>
        <dsp:cNvPr id="0" name=""/>
        <dsp:cNvSpPr/>
      </dsp:nvSpPr>
      <dsp:spPr>
        <a:xfrm>
          <a:off x="190640" y="3591663"/>
          <a:ext cx="346958" cy="34661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9B11A-00EA-4508-916A-7081959008F2}">
      <dsp:nvSpPr>
        <dsp:cNvPr id="0" name=""/>
        <dsp:cNvSpPr/>
      </dsp:nvSpPr>
      <dsp:spPr>
        <a:xfrm>
          <a:off x="728239" y="3449864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Scale Data</a:t>
          </a:r>
        </a:p>
      </dsp:txBody>
      <dsp:txXfrm>
        <a:off x="728239" y="3449864"/>
        <a:ext cx="9754460" cy="689299"/>
      </dsp:txXfrm>
    </dsp:sp>
    <dsp:sp modelId="{71762ABD-CB67-4306-B6DB-CD9F41170E81}">
      <dsp:nvSpPr>
        <dsp:cNvPr id="0" name=""/>
        <dsp:cNvSpPr/>
      </dsp:nvSpPr>
      <dsp:spPr>
        <a:xfrm>
          <a:off x="0" y="4311489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5D44B-309E-4387-BA44-C67B582260F3}">
      <dsp:nvSpPr>
        <dsp:cNvPr id="0" name=""/>
        <dsp:cNvSpPr/>
      </dsp:nvSpPr>
      <dsp:spPr>
        <a:xfrm>
          <a:off x="190640" y="4453288"/>
          <a:ext cx="346958" cy="34661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F2513-3498-4503-A09C-21FDEB31434B}">
      <dsp:nvSpPr>
        <dsp:cNvPr id="0" name=""/>
        <dsp:cNvSpPr/>
      </dsp:nvSpPr>
      <dsp:spPr>
        <a:xfrm>
          <a:off x="728239" y="4311489"/>
          <a:ext cx="975446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 the models</a:t>
          </a:r>
        </a:p>
      </dsp:txBody>
      <dsp:txXfrm>
        <a:off x="728239" y="4311489"/>
        <a:ext cx="9754460" cy="689299"/>
      </dsp:txXfrm>
    </dsp:sp>
    <dsp:sp modelId="{C17774FE-8D82-40BE-88E5-8E45C8044CED}">
      <dsp:nvSpPr>
        <dsp:cNvPr id="0" name=""/>
        <dsp:cNvSpPr/>
      </dsp:nvSpPr>
      <dsp:spPr>
        <a:xfrm>
          <a:off x="0" y="5173114"/>
          <a:ext cx="10515600" cy="6302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A942-A17D-4C1F-AD8F-462ED81B0CD9}">
      <dsp:nvSpPr>
        <dsp:cNvPr id="0" name=""/>
        <dsp:cNvSpPr/>
      </dsp:nvSpPr>
      <dsp:spPr>
        <a:xfrm>
          <a:off x="190827" y="5314913"/>
          <a:ext cx="346958" cy="34661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DA04E-6D9E-4A2C-86E7-F7175F0F000F}">
      <dsp:nvSpPr>
        <dsp:cNvPr id="0" name=""/>
        <dsp:cNvSpPr/>
      </dsp:nvSpPr>
      <dsp:spPr>
        <a:xfrm>
          <a:off x="728612" y="5173114"/>
          <a:ext cx="9718680" cy="689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51" tIns="72951" rIns="72951" bIns="729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Evaluate: key step in machine learning. It helps us check how well the model performs and how good it is at handling new, unseen data. </a:t>
          </a:r>
        </a:p>
      </dsp:txBody>
      <dsp:txXfrm>
        <a:off x="728612" y="5173114"/>
        <a:ext cx="9718680" cy="6892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8E555E-54D8-4D00-AC15-5CFED2ECA908}">
      <dsp:nvSpPr>
        <dsp:cNvPr id="0" name=""/>
        <dsp:cNvSpPr/>
      </dsp:nvSpPr>
      <dsp:spPr>
        <a:xfrm>
          <a:off x="2195532" y="274763"/>
          <a:ext cx="3922192" cy="3922192"/>
        </a:xfrm>
        <a:prstGeom prst="pie">
          <a:avLst>
            <a:gd name="adj1" fmla="val 16200000"/>
            <a:gd name="adj2" fmla="val 198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Logistic Regression</a:t>
          </a:r>
        </a:p>
      </dsp:txBody>
      <dsp:txXfrm>
        <a:off x="4250014" y="775777"/>
        <a:ext cx="1027240" cy="793777"/>
      </dsp:txXfrm>
    </dsp:sp>
    <dsp:sp modelId="{B9B112F1-B702-4A4E-BE5F-72480C9F4192}">
      <dsp:nvSpPr>
        <dsp:cNvPr id="0" name=""/>
        <dsp:cNvSpPr/>
      </dsp:nvSpPr>
      <dsp:spPr>
        <a:xfrm>
          <a:off x="2242225" y="355542"/>
          <a:ext cx="3922192" cy="3922192"/>
        </a:xfrm>
        <a:prstGeom prst="pie">
          <a:avLst>
            <a:gd name="adj1" fmla="val 19800000"/>
            <a:gd name="adj2" fmla="val 18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Decision Tree </a:t>
          </a:r>
        </a:p>
      </dsp:txBody>
      <dsp:txXfrm>
        <a:off x="4903713" y="1943096"/>
        <a:ext cx="1073933" cy="770430"/>
      </dsp:txXfrm>
    </dsp:sp>
    <dsp:sp modelId="{DB8D126A-DBB8-49F2-8A45-FBE296F4ED10}">
      <dsp:nvSpPr>
        <dsp:cNvPr id="0" name=""/>
        <dsp:cNvSpPr/>
      </dsp:nvSpPr>
      <dsp:spPr>
        <a:xfrm>
          <a:off x="2195532" y="436320"/>
          <a:ext cx="3922192" cy="3922192"/>
        </a:xfrm>
        <a:prstGeom prst="pie">
          <a:avLst>
            <a:gd name="adj1" fmla="val 1800000"/>
            <a:gd name="adj2" fmla="val 54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K-Nearest Neighbor </a:t>
          </a:r>
        </a:p>
      </dsp:txBody>
      <dsp:txXfrm>
        <a:off x="4250014" y="3087069"/>
        <a:ext cx="1027240" cy="793777"/>
      </dsp:txXfrm>
    </dsp:sp>
    <dsp:sp modelId="{DCC01665-4357-4F96-956C-22A7784E4540}">
      <dsp:nvSpPr>
        <dsp:cNvPr id="0" name=""/>
        <dsp:cNvSpPr/>
      </dsp:nvSpPr>
      <dsp:spPr>
        <a:xfrm>
          <a:off x="2102146" y="436320"/>
          <a:ext cx="3922192" cy="3922192"/>
        </a:xfrm>
        <a:prstGeom prst="pie">
          <a:avLst>
            <a:gd name="adj1" fmla="val 5400000"/>
            <a:gd name="adj2" fmla="val 90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Random Forest </a:t>
          </a:r>
        </a:p>
      </dsp:txBody>
      <dsp:txXfrm>
        <a:off x="2942616" y="3087069"/>
        <a:ext cx="1027240" cy="793777"/>
      </dsp:txXfrm>
    </dsp:sp>
    <dsp:sp modelId="{0C510A97-28CA-4639-8BC5-B22D010CD137}">
      <dsp:nvSpPr>
        <dsp:cNvPr id="0" name=""/>
        <dsp:cNvSpPr/>
      </dsp:nvSpPr>
      <dsp:spPr>
        <a:xfrm>
          <a:off x="2055454" y="355542"/>
          <a:ext cx="3922192" cy="3922192"/>
        </a:xfrm>
        <a:prstGeom prst="pie">
          <a:avLst>
            <a:gd name="adj1" fmla="val 9000000"/>
            <a:gd name="adj2" fmla="val 126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Naive Bayes</a:t>
          </a:r>
        </a:p>
      </dsp:txBody>
      <dsp:txXfrm>
        <a:off x="2242225" y="1943096"/>
        <a:ext cx="1073933" cy="770430"/>
      </dsp:txXfrm>
    </dsp:sp>
    <dsp:sp modelId="{7715A3EF-93F2-4B2F-B3BC-B775A6AB02C0}">
      <dsp:nvSpPr>
        <dsp:cNvPr id="0" name=""/>
        <dsp:cNvSpPr/>
      </dsp:nvSpPr>
      <dsp:spPr>
        <a:xfrm>
          <a:off x="2102146" y="274763"/>
          <a:ext cx="3922192" cy="3922192"/>
        </a:xfrm>
        <a:prstGeom prst="pie">
          <a:avLst>
            <a:gd name="adj1" fmla="val 126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And others...</a:t>
          </a:r>
        </a:p>
      </dsp:txBody>
      <dsp:txXfrm>
        <a:off x="2942616" y="775777"/>
        <a:ext cx="1027240" cy="793777"/>
      </dsp:txXfrm>
    </dsp:sp>
    <dsp:sp modelId="{452E20F4-FCF5-4A4D-811E-D13817B482F1}">
      <dsp:nvSpPr>
        <dsp:cNvPr id="0" name=""/>
        <dsp:cNvSpPr/>
      </dsp:nvSpPr>
      <dsp:spPr>
        <a:xfrm>
          <a:off x="1952586" y="31961"/>
          <a:ext cx="4407797" cy="4407797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55357-CA69-4578-962E-2198AC4C01F2}">
      <dsp:nvSpPr>
        <dsp:cNvPr id="0" name=""/>
        <dsp:cNvSpPr/>
      </dsp:nvSpPr>
      <dsp:spPr>
        <a:xfrm>
          <a:off x="1999279" y="112739"/>
          <a:ext cx="4407797" cy="4407797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433FF-34BB-42F2-8DBE-936025D57E42}">
      <dsp:nvSpPr>
        <dsp:cNvPr id="0" name=""/>
        <dsp:cNvSpPr/>
      </dsp:nvSpPr>
      <dsp:spPr>
        <a:xfrm>
          <a:off x="1952586" y="193518"/>
          <a:ext cx="4407797" cy="4407797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401C0-5222-4CB8-8F8F-F0AB362E6410}">
      <dsp:nvSpPr>
        <dsp:cNvPr id="0" name=""/>
        <dsp:cNvSpPr/>
      </dsp:nvSpPr>
      <dsp:spPr>
        <a:xfrm>
          <a:off x="1859487" y="193518"/>
          <a:ext cx="4407797" cy="4407797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6A342-BF68-4746-8123-BA605F57A939}">
      <dsp:nvSpPr>
        <dsp:cNvPr id="0" name=""/>
        <dsp:cNvSpPr/>
      </dsp:nvSpPr>
      <dsp:spPr>
        <a:xfrm>
          <a:off x="1812794" y="112739"/>
          <a:ext cx="4407797" cy="4407797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6D0A5-E2C0-4B34-9F3E-B0E490B651B8}">
      <dsp:nvSpPr>
        <dsp:cNvPr id="0" name=""/>
        <dsp:cNvSpPr/>
      </dsp:nvSpPr>
      <dsp:spPr>
        <a:xfrm>
          <a:off x="1859487" y="31961"/>
          <a:ext cx="4407797" cy="4407797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296B5-117F-499A-9C3D-8FF933B78F55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D6A51-0113-4FEB-AA78-55295A3C0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42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D6A51-0113-4FEB-AA78-55295A3C02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34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D6A51-0113-4FEB-AA78-55295A3C02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90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9A5F-45FC-E3B3-7979-2DF46FA9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8F18CA4-F881-E257-910A-0C094294F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FCD6ED30-8D0E-B4F6-EABB-31B400529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25A1F05-0B68-49BE-2D3F-4F8853928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D6A51-0113-4FEB-AA78-55295A3C02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1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D6A51-0113-4FEB-AA78-55295A3C023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15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D6A51-0113-4FEB-AA78-55295A3C023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1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F1D55C2-FC68-AC1D-6D9F-8862EB3C9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256BF71-3338-DEFE-1F85-4B70C7B26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6051FD-D222-C701-0A8A-4C2553DB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309B14B-CFA6-C638-A308-3E734EF8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C82310B-6716-C95E-55F1-6726FAA4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2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86C849B-19D3-FBFF-4E39-CA5D5A7F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A7958B1-DBAD-0111-92FA-241D2DBC3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E0A3701-FCFD-E289-7393-A3BA7BE5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F25ABF6-3212-F900-42DC-201AC71B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0CB1290-8475-68E5-4BC2-82ACE63D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0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CCCD865-B61F-FB6C-06FF-A58C580A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CAF0973-F353-10D5-9DC3-26ADD90AD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3CA5A65-E1F2-2021-3D0B-52D8310E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283B897-B78A-3D28-5B3E-E2C1EA81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6816802-49FB-353B-83A3-DDA0127F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1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1F7343B-9F10-8A5D-1394-A97C81EC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58D3033-F00D-6046-6EAE-AA26B5FDB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41E6A23-B706-EDE9-5491-3A03E0FD6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0BCD970-7F21-AA7F-6FC8-64DA8631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0C12E32-39BC-EE89-57D5-8B9C91DC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4E2AAB8-1605-130A-C4C2-5787600C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6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61B8B8-CB0A-29A6-35E9-0AF67F387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A345527-C257-A475-6710-1094124FF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A355626-3F4E-3E0B-6A2D-9E3CD5974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274F3C4C-A6AA-3A84-AF40-5F3E32B73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188F974-934E-D021-E3A5-89A478D70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AF7EA668-B8D2-8F2A-F387-361B10EF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EABED178-D797-F743-7AB4-36BA4B9B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694142C3-B517-6992-8DDD-CEAF2990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1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A088DEA-BF39-EDA7-5E4F-2FF44B5D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3E8FB984-AB2B-7AF1-1E82-28E81B4F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1F999698-5B33-91D1-A380-72E3018A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9DF5ABCB-B838-6A7B-48AC-7C9394CB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1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6D911F55-DFDE-B670-9999-C603935C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8EF6C4B7-2CE7-7B99-F3D9-9E1DE546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6783CBA-1536-A574-8043-A1A5BA0D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4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D737DC5-CA56-3D18-8DAB-2A66D509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42D6D8F-D04D-83A2-0674-1D6315960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0964272-67AC-9836-19E7-77FF6098A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9A01568-6DF7-6DF7-C749-830EB43B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25E39D-15C4-A37D-233A-2B63F5A54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74D590B-F9B7-191A-9938-1896261B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9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7E71A2-8DA1-0D13-F50B-30B2DADD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0DA2641B-5EDE-5920-5685-F67AEC9D4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1217996-BD16-0AC7-19C2-3EC3C054A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6433328-C631-7E14-108F-B258C52F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BFDA21CA-2E84-D2D5-8992-0881EDEF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196B5DBB-640C-FA18-F566-93B2B5EC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4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A21BE75-5B24-A3BB-3A81-B207793F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F84CBEC6-4F02-0C70-2A71-3602EA592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3DDAADEC-B033-A76C-716B-58E5997A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A9AE055-7D66-075A-B16C-4A8B495B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1EED939-7672-AAFC-B838-C826B9E4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8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894BD74B-F0AA-9C14-6BB5-1A601886A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E83C165B-4B1C-63D3-2809-074CB7C97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760A661-6479-4965-6AFB-C77A6371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93E736B-16FA-8748-6CD2-918EE520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6C704EE-8BF1-4C74-0E2D-27920976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07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00844D3-2587-50CE-C152-25805F0F1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70146C1-8E0D-4D58-CAC2-BC32EDCB8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9EA6FBB-3710-4E7B-C826-3469EF27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5E7CD7B-045C-3295-CBD1-DF123A5F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54ED8FD-A156-0923-D86C-DC07290D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97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E24E3E7-6D09-6833-37B0-D7A74AB7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80CBDBD-6F15-44C7-31DD-2B5BB388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AEB7544-2C7D-0847-E39B-440B4F4C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897ABBC-9EEF-32C8-0791-34ED2FE0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F9951F8-6BBB-D159-EF88-E65DE925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0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A1B29B2-9E4F-90BF-148B-22CB55BEA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0BD8E20-D748-613F-8268-CB355BC93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DF683E0-4570-6D51-24B4-DEBF7EFB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FE432D8-3299-3422-B871-48A82BD3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ED92E0B-C791-70AD-0073-C564F9B7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09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9F4D6D2-A899-0C77-E082-2FDA8C8C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115B2A8-D978-1F20-C2E3-7BD8A86EA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3593E64-FACE-BC8C-F6B5-D96B4460B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32A99DB-4C92-BEC8-BE87-4731E760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4C17E07-69BD-E842-4C57-3FDFA31E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FCD73477-63E1-FA1C-7EBB-5EF549DD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9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4D2E9FF-6D77-3B23-8A81-A35FF0B5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8053F33-4CF2-07DA-DD91-4CBB4C045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73DEF05-17F6-7547-6504-09695ADE7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C96C41BB-0EFC-D408-3BF4-423DBB9FF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24700F77-0B87-D2D9-8B4C-DA9DE27CC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2621C773-961A-840F-CC5A-F866E584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9E163622-5B56-4E38-D48A-0FC19076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DCC4A6AF-50F2-6140-6E99-7DCB06C9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71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383345E-704B-BA60-37E9-91B8A3F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48DA650B-6E2E-C0E3-2FE4-AEDD7AF2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F1BEFFF8-1E99-0526-F5F6-F0C1BECE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56A1BCFB-CB15-1CD4-F599-BB766F82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7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A20AD4B3-C76C-98E6-83D5-EB092F2B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5872C50B-E272-2418-3A4E-8EFA138B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5863081-6BC9-C106-16C6-80C29DB7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27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0DD6A0A-6A02-588A-3CAB-A76953ED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BF9EEDA-2DF5-5188-B34D-BDEAC5EBE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E73AD13-A516-9B0A-CAD8-A08ABE4F3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3193E89A-098E-3BE7-7F1B-86C9D380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87B98AB3-E75C-D114-31BA-1116ACFA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FEFF006E-B28B-8B3F-3B23-4B0E2B9F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74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5933AB2-3BA8-02F1-3A23-9E75C3DA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983F830-1DDA-B0C4-7554-0DBDE6B75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66F9F43-FAD1-EA83-4C3E-77FE780A1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1311F27-C21F-D7FD-237F-D1AA9ABF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265225-7B82-3201-66EA-7923E8A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45A1815-532F-2DEC-FA9C-39C9B307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64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82A8C07-3890-26DF-9486-36B2B011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AD728386-4843-5960-B2D0-3FF832857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E79051C-4039-E9A0-F4F5-FEC1DC56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977B82E-B46E-5D0A-D71A-1DD9C055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D409DD0-5230-A3C9-E1CD-620458E3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83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D3CB74D3-7411-DCEB-5A5A-4F58E6F2B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87E2C52-7300-837A-AC75-114D6C569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E2F14EC-13E0-3A62-26F9-41A211F0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367924D-30A8-78CD-55CF-59F58FB6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5D8AF7-246E-024A-98A7-DC4D2307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5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1C33AD5E-B865-1D49-9AEC-DFFA95C2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6FADA05-A8A5-A2DC-06BE-B5578096B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6DE04BB-85AB-A532-3EF8-8C7671743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BB1E8-1910-4728-A389-B8F75F220F86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DB839E3-1575-749E-2911-5C04E0B34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CBDE71A-422C-16AD-0040-3179B9D8E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BB4D7-AA20-4DB1-8C5B-B242AADA6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5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54254130-53A7-1B75-BBA6-461C833C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812C36F-FD4B-1CDE-945F-44E5BE65E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7967AC1-B7F5-E4E9-59B8-E458EADD9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2D3DC-DBDD-43A1-946E-8AF03A24D948}" type="datetimeFigureOut">
              <a:rPr lang="en-US" smtClean="0"/>
              <a:t>10-Dec-25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B0B1CFC-A1EB-09B3-F58B-FDA113933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8AE60AC-F5E5-EF3D-2FB5-5AF2AD643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0979-6078-4C55-833C-63229A28A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7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id="{03740CAA-A0DE-90D7-3F57-1E58FAAE7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3443" y="1348467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L06: 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42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87111-4B4E-B5D5-A6A5-9D392BB1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ulă de gânduri: nor 2">
            <a:extLst>
              <a:ext uri="{FF2B5EF4-FFF2-40B4-BE49-F238E27FC236}">
                <a16:creationId xmlns:a16="http://schemas.microsoft.com/office/drawing/2014/main" id="{6B712526-0DB3-C23E-2F5B-D5C4DAA87BB9}"/>
              </a:ext>
            </a:extLst>
          </p:cNvPr>
          <p:cNvSpPr/>
          <p:nvPr/>
        </p:nvSpPr>
        <p:spPr>
          <a:xfrm>
            <a:off x="98274" y="2694560"/>
            <a:ext cx="3724696" cy="1809346"/>
          </a:xfrm>
          <a:prstGeom prst="cloudCallout">
            <a:avLst>
              <a:gd name="adj1" fmla="val -40682"/>
              <a:gd name="adj2" fmla="val 14045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FDE6C311-CD9C-11C2-DAD3-A76D5A73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97" y="3084630"/>
            <a:ext cx="3299049" cy="68873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L06 Summary</a:t>
            </a:r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28758EC5-098C-2841-D396-CE213D2841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820685"/>
              </p:ext>
            </p:extLst>
          </p:nvPr>
        </p:nvGraphicFramePr>
        <p:xfrm>
          <a:off x="2957208" y="311285"/>
          <a:ext cx="9000329" cy="6210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373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EB46DD0-EFA4-43C7-1C12-308D46DD5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1630"/>
            <a:ext cx="10515600" cy="48955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make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id="{CC3CD54F-90B7-D0A9-574F-6CF84E8F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5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83058F-ED87-01EA-A3D4-E77081C26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652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Overview</a:t>
            </a:r>
            <a:endParaRPr lang="en-US" dirty="0"/>
          </a:p>
        </p:txBody>
      </p: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9E5D8BDB-8932-4603-1614-DB75DA27C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124198"/>
              </p:ext>
            </p:extLst>
          </p:nvPr>
        </p:nvGraphicFramePr>
        <p:xfrm>
          <a:off x="838200" y="182562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79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AAA91FF-B522-412B-BD0A-B3529F00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11" y="516396"/>
            <a:ext cx="5865751" cy="504605"/>
          </a:xfrm>
        </p:spPr>
        <p:txBody>
          <a:bodyPr anchor="b">
            <a:normAutofit fontScale="9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Machine Learning</a:t>
            </a:r>
          </a:p>
        </p:txBody>
      </p:sp>
      <p:pic>
        <p:nvPicPr>
          <p:cNvPr id="1026" name="Picture 2" descr="Labelled Data vs Unlabelled Data in Machine Learning">
            <a:extLst>
              <a:ext uri="{FF2B5EF4-FFF2-40B4-BE49-F238E27FC236}">
                <a16:creationId xmlns:a16="http://schemas.microsoft.com/office/drawing/2014/main" id="{9B805B5F-CA04-6334-0048-6A4F9B8D0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3036" y="1576960"/>
            <a:ext cx="4291985" cy="247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28" name="Rectangle 103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3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Nomogramă 4">
            <a:extLst>
              <a:ext uri="{FF2B5EF4-FFF2-40B4-BE49-F238E27FC236}">
                <a16:creationId xmlns:a16="http://schemas.microsoft.com/office/drawing/2014/main" id="{6274052E-5C6B-B40B-7938-0DB961765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730613"/>
              </p:ext>
            </p:extLst>
          </p:nvPr>
        </p:nvGraphicFramePr>
        <p:xfrm>
          <a:off x="404420" y="1428157"/>
          <a:ext cx="7028578" cy="4661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881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C03B4B-8173-40CA-51EF-FC7FF677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223"/>
            <a:ext cx="10515600" cy="71464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- Deep Dive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stituent conținut 2">
                <a:extLst>
                  <a:ext uri="{FF2B5EF4-FFF2-40B4-BE49-F238E27FC236}">
                    <a16:creationId xmlns:a16="http://schemas.microsoft.com/office/drawing/2014/main" id="{8CA8B408-CF1E-7F79-C524-7B92EDB588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47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learns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mapping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inputs and outputs based on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labeled data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Examples:</a:t>
                </a: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does “learn” mean?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a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for new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unseen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predicts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correctly.</a:t>
                </a: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Substituent conținut 2">
                <a:extLst>
                  <a:ext uri="{FF2B5EF4-FFF2-40B4-BE49-F238E27FC236}">
                    <a16:creationId xmlns:a16="http://schemas.microsoft.com/office/drawing/2014/main" id="{8CA8B408-CF1E-7F79-C524-7B92EDB58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476"/>
                <a:ext cx="10515600" cy="4351338"/>
              </a:xfrm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87896991-0A7B-38A4-6886-C66F2073E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97069"/>
              </p:ext>
            </p:extLst>
          </p:nvPr>
        </p:nvGraphicFramePr>
        <p:xfrm>
          <a:off x="2624306" y="2169087"/>
          <a:ext cx="3471694" cy="1469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847">
                  <a:extLst>
                    <a:ext uri="{9D8B030D-6E8A-4147-A177-3AD203B41FA5}">
                      <a16:colId xmlns:a16="http://schemas.microsoft.com/office/drawing/2014/main" val="2836802766"/>
                    </a:ext>
                  </a:extLst>
                </a:gridCol>
                <a:gridCol w="1735847">
                  <a:extLst>
                    <a:ext uri="{9D8B030D-6E8A-4147-A177-3AD203B41FA5}">
                      <a16:colId xmlns:a16="http://schemas.microsoft.com/office/drawing/2014/main" val="3739172543"/>
                    </a:ext>
                  </a:extLst>
                </a:gridCol>
              </a:tblGrid>
              <a:tr h="48968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(X)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(y)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041029"/>
                  </a:ext>
                </a:extLst>
              </a:tr>
              <a:tr h="48968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3239"/>
                  </a:ext>
                </a:extLst>
              </a:tr>
              <a:tr h="48968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Tumor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Benign/malignant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168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06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B8F575A9-7F3F-A2FD-8EB6-5AB1D3F5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23" y="270404"/>
            <a:ext cx="9356106" cy="567496"/>
          </a:xfrm>
        </p:spPr>
        <p:txBody>
          <a:bodyPr anchor="t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vs Classification</a:t>
            </a:r>
            <a:endParaRPr lang="en-US" sz="3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Nomogramă 3">
            <a:extLst>
              <a:ext uri="{FF2B5EF4-FFF2-40B4-BE49-F238E27FC236}">
                <a16:creationId xmlns:a16="http://schemas.microsoft.com/office/drawing/2014/main" id="{677583F4-7EBC-A0F1-1404-6FE13F46FB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524990"/>
              </p:ext>
            </p:extLst>
          </p:nvPr>
        </p:nvGraphicFramePr>
        <p:xfrm>
          <a:off x="1417946" y="933370"/>
          <a:ext cx="9356107" cy="2914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ine 4" descr="O imagine care conține text, captură de ecran, Font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6455AB4D-02D2-E778-32D5-501F2F9557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316" y="3943420"/>
            <a:ext cx="4138713" cy="2875102"/>
          </a:xfrm>
          <a:prstGeom prst="rect">
            <a:avLst/>
          </a:prstGeom>
        </p:spPr>
      </p:pic>
      <p:pic>
        <p:nvPicPr>
          <p:cNvPr id="7" name="Imagine 6" descr="O imagine care conține text, captură de ecran, linie, Font&#10;&#10;Conținutul generat de inteligența artificială poate fi incorect.">
            <a:extLst>
              <a:ext uri="{FF2B5EF4-FFF2-40B4-BE49-F238E27FC236}">
                <a16:creationId xmlns:a16="http://schemas.microsoft.com/office/drawing/2014/main" id="{F6F34455-C9E5-F749-0413-B4C7EA84B8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6919" y="3847950"/>
            <a:ext cx="3831057" cy="28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3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D1C7478F-9068-5CDA-A257-9D144AF9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23" y="564306"/>
            <a:ext cx="9356106" cy="727018"/>
          </a:xfrm>
        </p:spPr>
        <p:txBody>
          <a:bodyPr anchor="t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Uses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2EB1B160-40CE-2CFD-3B3D-6EA47CEBE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924279"/>
              </p:ext>
            </p:extLst>
          </p:nvPr>
        </p:nvGraphicFramePr>
        <p:xfrm>
          <a:off x="1075636" y="1786436"/>
          <a:ext cx="10380315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0141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4940BAD-EA56-C955-E2EB-6F4AFE01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682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Regression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9DDC39B-97E2-F752-B6A4-E45CB9F7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932" y="1096049"/>
            <a:ext cx="10515600" cy="5396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= model predicts a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value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such algorithm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Model tries to find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Plot the points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Draw a line through the points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Adjust the line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E9EEC016-2C39-BA5F-3C5B-DC7E4B176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240226"/>
              </p:ext>
            </p:extLst>
          </p:nvPr>
        </p:nvGraphicFramePr>
        <p:xfrm>
          <a:off x="4905713" y="2153968"/>
          <a:ext cx="2614038" cy="214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019">
                  <a:extLst>
                    <a:ext uri="{9D8B030D-6E8A-4147-A177-3AD203B41FA5}">
                      <a16:colId xmlns:a16="http://schemas.microsoft.com/office/drawing/2014/main" val="2836802766"/>
                    </a:ext>
                  </a:extLst>
                </a:gridCol>
                <a:gridCol w="1307019">
                  <a:extLst>
                    <a:ext uri="{9D8B030D-6E8A-4147-A177-3AD203B41FA5}">
                      <a16:colId xmlns:a16="http://schemas.microsoft.com/office/drawing/2014/main" val="3739172543"/>
                    </a:ext>
                  </a:extLst>
                </a:gridCol>
              </a:tblGrid>
              <a:tr h="79326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(X)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House size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(y)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041029"/>
                  </a:ext>
                </a:extLst>
              </a:tr>
              <a:tr h="4411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3239"/>
                  </a:ext>
                </a:extLst>
              </a:tr>
              <a:tr h="4411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52258"/>
                  </a:ext>
                </a:extLst>
              </a:tr>
              <a:tr h="4411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58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33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55E0287-BE8E-20AC-2AA1-4C277A703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076"/>
            <a:ext cx="10515600" cy="5573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algebraic terms, the model is: 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mx + b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y’ is the predicted label (the output)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 is the 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model (bias is a parameter calculated during training)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w1 is the 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feature (weight is a parameter calculated during training)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 is a 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input)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BAB2EC28-7763-0F50-F848-C4E59362E56C}"/>
              </a:ext>
            </a:extLst>
          </p:cNvPr>
          <p:cNvSpPr txBox="1"/>
          <p:nvPr/>
        </p:nvSpPr>
        <p:spPr>
          <a:xfrm>
            <a:off x="4934355" y="1587642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is the value we want to predict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is the slope of the line.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 is our input value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 is the y-intercept (where it intersects y)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5112F8BE-6312-0D42-D087-879B2D2A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355" y="3438493"/>
            <a:ext cx="2511720" cy="6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50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6A41B65-5395-1CA1-8B3B-63004AFF3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51" y="105467"/>
            <a:ext cx="10515600" cy="78273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 with Linear Regression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81A7633-C3BC-71DF-4E85-9876CD76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2395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592C498-3C3B-3BDA-7782-96DB7775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916" y="211983"/>
            <a:ext cx="2511720" cy="668010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6211F477-3B96-BF2E-8074-6791E1C313A8}"/>
              </a:ext>
            </a:extLst>
          </p:cNvPr>
          <p:cNvSpPr txBox="1"/>
          <p:nvPr/>
        </p:nvSpPr>
        <p:spPr>
          <a:xfrm>
            <a:off x="565392" y="807586"/>
            <a:ext cx="116699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create a small fake dataset. The goal is to let you interact with the slope (w) and intercept (b) to see how the predicted line changes and how the error (MSE) changes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ipywidgets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interact,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FloatSlider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x-values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noise - makes the y more realistic and not completely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random integers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 and +2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y-values: use the noise above to create the predicted 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plot function to compute predicted values and Error using MSE (the lower the error the better!)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074" name="Picture 2" descr="MSE vs. RMSE: Which Metric Should You Use? | by mawatwalmanish | Medium">
            <a:extLst>
              <a:ext uri="{FF2B5EF4-FFF2-40B4-BE49-F238E27FC236}">
                <a16:creationId xmlns:a16="http://schemas.microsoft.com/office/drawing/2014/main" id="{9BCC2514-3E4C-00F5-E742-74C49C2B9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5035" y="4054490"/>
            <a:ext cx="3326827" cy="187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ine 6" descr="O imagine care conține text, Font, captură de ecran, tipografie&#10;&#10;Conținutul generat de inteligența artificială poate fi incorect.">
            <a:extLst>
              <a:ext uri="{FF2B5EF4-FFF2-40B4-BE49-F238E27FC236}">
                <a16:creationId xmlns:a16="http://schemas.microsoft.com/office/drawing/2014/main" id="{C19C02DF-63D3-30CF-0D4F-403D420E7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878" y="1992827"/>
            <a:ext cx="4096322" cy="876422"/>
          </a:xfrm>
          <a:prstGeom prst="rect">
            <a:avLst/>
          </a:prstGeom>
        </p:spPr>
      </p:pic>
      <p:pic>
        <p:nvPicPr>
          <p:cNvPr id="11" name="Imagine 10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57974FCC-C429-667B-361F-5A2A12B86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92" y="3628442"/>
            <a:ext cx="5960821" cy="322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64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stituent conținut 2">
                <a:extLst>
                  <a:ext uri="{FF2B5EF4-FFF2-40B4-BE49-F238E27FC236}">
                    <a16:creationId xmlns:a16="http://schemas.microsoft.com/office/drawing/2014/main" id="{EDAC650D-08FF-B7CD-CB3A-5EDA5E8AC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6908" y="1128715"/>
                <a:ext cx="11078183" cy="5252629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a numerical metric that describes how wrong a model’s predictions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</a:t>
                </a:r>
                <a:r>
                  <a:rPr lang="en-US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the predicted value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true value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 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goal of training a model is to minimize the loss, reducing it to its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lowest possible value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Choosing the error measurement depends on your dataset, algorithm and use case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Substituent conținut 2">
                <a:extLst>
                  <a:ext uri="{FF2B5EF4-FFF2-40B4-BE49-F238E27FC236}">
                    <a16:creationId xmlns:a16="http://schemas.microsoft.com/office/drawing/2014/main" id="{EDAC650D-08FF-B7CD-CB3A-5EDA5E8AC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6908" y="1128715"/>
                <a:ext cx="11078183" cy="5252629"/>
              </a:xfrm>
              <a:blipFill>
                <a:blip r:embed="rId2"/>
                <a:stretch>
                  <a:fillRect l="-825" t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tăText 3">
            <a:extLst>
              <a:ext uri="{FF2B5EF4-FFF2-40B4-BE49-F238E27FC236}">
                <a16:creationId xmlns:a16="http://schemas.microsoft.com/office/drawing/2014/main" id="{B5A4DBC1-60F8-9E13-8F43-760456B5A308}"/>
              </a:ext>
            </a:extLst>
          </p:cNvPr>
          <p:cNvSpPr txBox="1"/>
          <p:nvPr/>
        </p:nvSpPr>
        <p:spPr>
          <a:xfrm>
            <a:off x="719847" y="223736"/>
            <a:ext cx="4620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graphicFrame>
        <p:nvGraphicFramePr>
          <p:cNvPr id="11" name="Substituent conținut 3">
            <a:extLst>
              <a:ext uri="{FF2B5EF4-FFF2-40B4-BE49-F238E27FC236}">
                <a16:creationId xmlns:a16="http://schemas.microsoft.com/office/drawing/2014/main" id="{A2C97AD9-5F2E-E93B-D5EA-B5212CA8B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956029"/>
              </p:ext>
            </p:extLst>
          </p:nvPr>
        </p:nvGraphicFramePr>
        <p:xfrm>
          <a:off x="128079" y="3466938"/>
          <a:ext cx="11935840" cy="2914406"/>
        </p:xfrm>
        <a:graphic>
          <a:graphicData uri="http://schemas.openxmlformats.org/drawingml/2006/table">
            <a:tbl>
              <a:tblPr/>
              <a:tblGrid>
                <a:gridCol w="2027668">
                  <a:extLst>
                    <a:ext uri="{9D8B030D-6E8A-4147-A177-3AD203B41FA5}">
                      <a16:colId xmlns:a16="http://schemas.microsoft.com/office/drawing/2014/main" val="3550263650"/>
                    </a:ext>
                  </a:extLst>
                </a:gridCol>
                <a:gridCol w="2631883">
                  <a:extLst>
                    <a:ext uri="{9D8B030D-6E8A-4147-A177-3AD203B41FA5}">
                      <a16:colId xmlns:a16="http://schemas.microsoft.com/office/drawing/2014/main" val="2220498932"/>
                    </a:ext>
                  </a:extLst>
                </a:gridCol>
                <a:gridCol w="3365770">
                  <a:extLst>
                    <a:ext uri="{9D8B030D-6E8A-4147-A177-3AD203B41FA5}">
                      <a16:colId xmlns:a16="http://schemas.microsoft.com/office/drawing/2014/main" val="1220379939"/>
                    </a:ext>
                  </a:extLst>
                </a:gridCol>
                <a:gridCol w="3910519">
                  <a:extLst>
                    <a:ext uri="{9D8B030D-6E8A-4147-A177-3AD203B41FA5}">
                      <a16:colId xmlns:a16="http://schemas.microsoft.com/office/drawing/2014/main" val="1410787648"/>
                    </a:ext>
                  </a:extLst>
                </a:gridCol>
              </a:tblGrid>
              <a:tr h="3878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Default Loss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138324"/>
                  </a:ext>
                </a:extLst>
              </a:tr>
              <a:tr h="56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 (Numbers)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Squared Error (MSE)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care about the 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from the 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992825"/>
                  </a:ext>
                </a:extLst>
              </a:tr>
              <a:tr h="56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(Probabilities)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Cross-Entropy (Log Loss)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care about the 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being right.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346520"/>
                  </a:ext>
                </a:extLst>
              </a:tr>
              <a:tr h="5667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(Hard Classes)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Hinge Loss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 care about the </a:t>
                      </a:r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(width) of the boundary.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149556"/>
                  </a:ext>
                </a:extLst>
              </a:tr>
              <a:tr h="805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the output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MSE for regression tasks, Cross-Entropy for classification tasks.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948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32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A54CD6D-5C6E-C1FB-1389-89D638ED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36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with multiple features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0DE52BE-9AAD-7492-71B7-E2E94572F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can rely on multiple features for predictions!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D62392B9-34D1-0A61-50A1-996A2EDF4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687" y="1632760"/>
            <a:ext cx="6838626" cy="698457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9085EF33-9AB7-CDA3-E937-DB39DEEB3208}"/>
              </a:ext>
            </a:extLst>
          </p:cNvPr>
          <p:cNvSpPr txBox="1"/>
          <p:nvPr/>
        </p:nvSpPr>
        <p:spPr>
          <a:xfrm>
            <a:off x="838200" y="2286060"/>
            <a:ext cx="3959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house size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= year built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= number of rooms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X4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8386C09B-C285-4E47-4FC0-6C1FF5851D32}"/>
              </a:ext>
            </a:extLst>
          </p:cNvPr>
          <p:cNvSpPr txBox="1"/>
          <p:nvPr/>
        </p:nvSpPr>
        <p:spPr>
          <a:xfrm>
            <a:off x="3559121" y="3466626"/>
            <a:ext cx="5073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price= b  + w1​(size) + w2​(year) + w3​(rooms)</a:t>
            </a: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12CE5900-EE86-E2BC-C55D-7E7CF79F9E7A}"/>
              </a:ext>
            </a:extLst>
          </p:cNvPr>
          <p:cNvSpPr txBox="1"/>
          <p:nvPr/>
        </p:nvSpPr>
        <p:spPr>
          <a:xfrm>
            <a:off x="838199" y="4121180"/>
            <a:ext cx="89575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contributes to the prediction with a different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might be more important =&gt; larger influence on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might matter 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rooms somewhere in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important each feature is.</a:t>
            </a:r>
          </a:p>
        </p:txBody>
      </p:sp>
    </p:spTree>
    <p:extLst>
      <p:ext uri="{BB962C8B-B14F-4D97-AF65-F5344CB8AC3E}">
        <p14:creationId xmlns:p14="http://schemas.microsoft.com/office/powerpoint/2010/main" val="3120381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5AE21F-773D-6332-9911-FD3A134F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64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3B2E143-F4B1-1584-62D3-61CFA4CBA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9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parts of the linear regression equation are updated during training?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bias and weights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feature values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38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86996E9-49F9-A019-6AF9-1894601A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1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Classification</a:t>
            </a:r>
            <a:endParaRPr lang="en-US" sz="3200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52D8E34-103F-B44D-144C-6348ED28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327"/>
            <a:ext cx="10515600" cy="4727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to assign a categorical label to input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which of a set of classes (categories) an example belongs to.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an input X → predict the correct class 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(cancer vs healthy)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classification (handwritten digits (0–9))</a:t>
            </a:r>
          </a:p>
          <a:p>
            <a:pPr marL="457200" indent="-4572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predicting a value (like price in regression), we predict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07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C8D2EDC3-48CA-4E1B-F66A-B73EF08C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642548"/>
            <a:ext cx="9469171" cy="5572903"/>
          </a:xfrm>
          <a:prstGeom prst="rect">
            <a:avLst/>
          </a:prstGeom>
        </p:spPr>
      </p:pic>
      <p:sp>
        <p:nvSpPr>
          <p:cNvPr id="6" name="Titlu 1">
            <a:extLst>
              <a:ext uri="{FF2B5EF4-FFF2-40B4-BE49-F238E27FC236}">
                <a16:creationId xmlns:a16="http://schemas.microsoft.com/office/drawing/2014/main" id="{F7299790-BFFF-B98A-F1D3-BD3B8203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379" y="180299"/>
            <a:ext cx="10515600" cy="7341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7005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09F40-DD59-1C06-5871-F2A6E22B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F2AB9082-0236-699F-1AE4-ABE33AE3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6315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Classifiers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asetăText 9">
            <a:extLst>
              <a:ext uri="{FF2B5EF4-FFF2-40B4-BE49-F238E27FC236}">
                <a16:creationId xmlns:a16="http://schemas.microsoft.com/office/drawing/2014/main" id="{35D06D0E-4437-98FB-7CEA-5573861B7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325141"/>
              </p:ext>
            </p:extLst>
          </p:nvPr>
        </p:nvGraphicFramePr>
        <p:xfrm>
          <a:off x="5182908" y="1196226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02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692CC-4E56-8620-F67F-257CDACA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B741136-25F7-0D33-7A13-AEC79264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556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dirty="0"/>
          </a:p>
        </p:txBody>
      </p: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3E64A0E8-89CF-B9F3-6872-E414BA461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789678"/>
              </p:ext>
            </p:extLst>
          </p:nvPr>
        </p:nvGraphicFramePr>
        <p:xfrm>
          <a:off x="838200" y="992221"/>
          <a:ext cx="10515600" cy="586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7876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262852A-A471-61B9-CAEB-A6949EB3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Algorithms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83F885F4-2757-3BA9-A0EC-00F41A2D8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422570"/>
              </p:ext>
            </p:extLst>
          </p:nvPr>
        </p:nvGraphicFramePr>
        <p:xfrm>
          <a:off x="1986064" y="1254868"/>
          <a:ext cx="8219872" cy="4669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setăText 5">
            <a:extLst>
              <a:ext uri="{FF2B5EF4-FFF2-40B4-BE49-F238E27FC236}">
                <a16:creationId xmlns:a16="http://schemas.microsoft.com/office/drawing/2014/main" id="{1B622689-9D13-1A86-9701-9C251109A23F}"/>
              </a:ext>
            </a:extLst>
          </p:cNvPr>
          <p:cNvSpPr txBox="1"/>
          <p:nvPr/>
        </p:nvSpPr>
        <p:spPr>
          <a:xfrm>
            <a:off x="781982" y="6014400"/>
            <a:ext cx="11251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of these algorithms can be easily implemented in Python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</a:t>
            </a:r>
          </a:p>
        </p:txBody>
      </p:sp>
    </p:spTree>
    <p:extLst>
      <p:ext uri="{BB962C8B-B14F-4D97-AF65-F5344CB8AC3E}">
        <p14:creationId xmlns:p14="http://schemas.microsoft.com/office/powerpoint/2010/main" val="674674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457A40-350D-12F3-DD2B-561FC3A74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7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- Titanic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E259F7E-B8D8-6A10-7DA1-BCB49BDA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51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Titanic dataset is like “Hello World” in machine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provides a CSV file with real Titanic passenger data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Build a model that can answer the question “What sorts of people were more likely to survive the Titanic?” using passenger data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name, age, gender, socio-economic class,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Binary Classification of survival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993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64A348B-386B-6B0A-9DA0-44C08D29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382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- Titanic</a:t>
            </a:r>
          </a:p>
        </p:txBody>
      </p:sp>
      <p:graphicFrame>
        <p:nvGraphicFramePr>
          <p:cNvPr id="15" name="Tabel 14">
            <a:extLst>
              <a:ext uri="{FF2B5EF4-FFF2-40B4-BE49-F238E27FC236}">
                <a16:creationId xmlns:a16="http://schemas.microsoft.com/office/drawing/2014/main" id="{B2BC83FB-1802-F447-8006-1B78A81E0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8608"/>
              </p:ext>
            </p:extLst>
          </p:nvPr>
        </p:nvGraphicFramePr>
        <p:xfrm>
          <a:off x="6684523" y="1283333"/>
          <a:ext cx="5426413" cy="4023470"/>
        </p:xfrm>
        <a:graphic>
          <a:graphicData uri="http://schemas.openxmlformats.org/drawingml/2006/table">
            <a:tbl>
              <a:tblPr/>
              <a:tblGrid>
                <a:gridCol w="1427756">
                  <a:extLst>
                    <a:ext uri="{9D8B030D-6E8A-4147-A177-3AD203B41FA5}">
                      <a16:colId xmlns:a16="http://schemas.microsoft.com/office/drawing/2014/main" val="2881526366"/>
                    </a:ext>
                  </a:extLst>
                </a:gridCol>
                <a:gridCol w="3998657">
                  <a:extLst>
                    <a:ext uri="{9D8B030D-6E8A-4147-A177-3AD203B41FA5}">
                      <a16:colId xmlns:a16="http://schemas.microsoft.com/office/drawing/2014/main" val="1306264673"/>
                    </a:ext>
                  </a:extLst>
                </a:gridCol>
              </a:tblGrid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48298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Survived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= died, 1 = survived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33798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Pclass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 class (1, 2, 3)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571152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Passenger name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144828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Sex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male/female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990680"/>
                  </a:ext>
                </a:extLst>
              </a:tr>
              <a:tr h="344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in years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10651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SibSp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Siblings/spouses aboard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230679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Parch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Parents/children aboard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050791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 number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541123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Ticket price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199857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Cabin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Cabin number (many missing)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32536"/>
                  </a:ext>
                </a:extLst>
              </a:tr>
              <a:tr h="323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Embarked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Port: C, Q, 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647375"/>
                  </a:ext>
                </a:extLst>
              </a:tr>
            </a:tbl>
          </a:graphicData>
        </a:graphic>
      </p:graphicFrame>
      <p:pic>
        <p:nvPicPr>
          <p:cNvPr id="19" name="Imagine 18" descr="O imagine care conține text, captură de ecran, număr, Font&#10;&#10;Conținutul generat de inteligența artificială poate fi incorect.">
            <a:extLst>
              <a:ext uri="{FF2B5EF4-FFF2-40B4-BE49-F238E27FC236}">
                <a16:creationId xmlns:a16="http://schemas.microsoft.com/office/drawing/2014/main" id="{7E3F6E2C-DBFE-5FB6-1040-E3751075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4"/>
          <a:stretch>
            <a:fillRect/>
          </a:stretch>
        </p:blipFill>
        <p:spPr>
          <a:xfrm>
            <a:off x="0" y="1283333"/>
            <a:ext cx="6684523" cy="2276990"/>
          </a:xfrm>
          <a:prstGeom prst="rect">
            <a:avLst/>
          </a:prstGeom>
        </p:spPr>
      </p:pic>
      <p:sp>
        <p:nvSpPr>
          <p:cNvPr id="20" name="CasetăText 19">
            <a:extLst>
              <a:ext uri="{FF2B5EF4-FFF2-40B4-BE49-F238E27FC236}">
                <a16:creationId xmlns:a16="http://schemas.microsoft.com/office/drawing/2014/main" id="{0B8CC4F3-14A1-C299-AE37-1AD16C61E4E9}"/>
              </a:ext>
            </a:extLst>
          </p:cNvPr>
          <p:cNvSpPr txBox="1"/>
          <p:nvPr/>
        </p:nvSpPr>
        <p:spPr>
          <a:xfrm>
            <a:off x="507459" y="3920247"/>
            <a:ext cx="5257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messy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98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5F181EB-FF5F-91CE-AF37-D01F89D9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4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1. Load the dataset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EB6784-5101-F39F-5C77-6A195B84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into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https://colab.research.google.com/drive/1183CVnBi3sX3_fx_teTRozXsVqvtty1c?usp=sharing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the csv file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look at the first 5 rows…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ine 4" descr="O imagine care conține text, Font, captură de ecr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B811DBE7-A6AF-26CE-AA22-EC4D1F596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87" y="2428919"/>
            <a:ext cx="5003438" cy="77199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625FAC0-6769-6E89-3190-F58A0175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43084"/>
            <a:ext cx="1525621" cy="42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61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F208E24-6568-46B5-0300-E68931AF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2. Clean the Dataset and Select the Important Features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F3FCB7F8-9EB7-6F1A-7CB7-32AD9B00AA10}"/>
              </a:ext>
            </a:extLst>
          </p:cNvPr>
          <p:cNvSpPr txBox="1"/>
          <p:nvPr/>
        </p:nvSpPr>
        <p:spPr>
          <a:xfrm>
            <a:off x="838200" y="1690688"/>
            <a:ext cx="8753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keep only the columns we need for the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Survived (target variable)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Sex, Age, Embarked (features)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64CC206-3DDF-F498-32BA-8DBF3DEE1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36146"/>
            <a:ext cx="106517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unnecessary columns makes the model simpler and easier to train.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part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Imagine 13">
            <a:extLst>
              <a:ext uri="{FF2B5EF4-FFF2-40B4-BE49-F238E27FC236}">
                <a16:creationId xmlns:a16="http://schemas.microsoft.com/office/drawing/2014/main" id="{74EEC941-B3B1-DA1E-C7B5-E25A68F6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3210"/>
            <a:ext cx="701137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70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E5D81A4-11BD-F9FC-DCBF-1812704E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28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3. Fill in Missing Values</a:t>
            </a:r>
          </a:p>
        </p:txBody>
      </p:sp>
      <p:pic>
        <p:nvPicPr>
          <p:cNvPr id="5" name="Imagine 4" descr="O imagine care conține Font, tex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42ED73AC-1EB6-A867-C91B-D1E11418B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04" y="4297015"/>
            <a:ext cx="7733044" cy="76328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9E457AE-5239-7414-54F8-208C17602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204" y="1419602"/>
            <a:ext cx="1066984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datasets often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Age: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replace missing values with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(robust to outliers).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Embarked: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replace missing values with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 category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prevents errors during training and keeps all rows usable.</a:t>
            </a:r>
          </a:p>
        </p:txBody>
      </p:sp>
    </p:spTree>
    <p:extLst>
      <p:ext uri="{BB962C8B-B14F-4D97-AF65-F5344CB8AC3E}">
        <p14:creationId xmlns:p14="http://schemas.microsoft.com/office/powerpoint/2010/main" val="2707523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F1011F8-9737-2970-DCAF-91EC5158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55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4. Encode Categories (from text to numbers)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8CFA9D-46DB-4D17-5043-F37F02884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4330"/>
            <a:ext cx="893809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work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map: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Sex: “male” = 0,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female” = 1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Embarked: “S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C”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1, “Q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variables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this step, all features are numeric.</a:t>
            </a:r>
          </a:p>
        </p:txBody>
      </p:sp>
      <p:pic>
        <p:nvPicPr>
          <p:cNvPr id="6" name="Imagine 5" descr="O imagine care conține text, Font, captură de ecr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714469F7-AA22-0468-A2E5-CBF3DD0C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21" y="4326026"/>
            <a:ext cx="6973111" cy="7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54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C7DD4EA-0583-26DC-7B1B-38B1DEFB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64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Set X and y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911A123-0447-90B6-B459-91B31AB0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define the features (X) and labels (y)</a:t>
            </a:r>
          </a:p>
        </p:txBody>
      </p:sp>
      <p:pic>
        <p:nvPicPr>
          <p:cNvPr id="5" name="Imagine 4" descr="O imagine care conține text, Font, captură de ecran, Grafică&#10;&#10;Conținutul generat de inteligența artificială poate fi incorect.">
            <a:extLst>
              <a:ext uri="{FF2B5EF4-FFF2-40B4-BE49-F238E27FC236}">
                <a16:creationId xmlns:a16="http://schemas.microsoft.com/office/drawing/2014/main" id="{71DEDD65-DAF4-94FF-29D2-12832EEAC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94" y="3276749"/>
            <a:ext cx="4019412" cy="79052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E9E8E64-EEFD-03D8-2772-ECFCF2DA2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06" y="4303533"/>
            <a:ext cx="90175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all columns except Survived -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 Survived column -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want to predict.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BA83CC48-3867-BAAC-EF3F-F5B213E634B9}"/>
              </a:ext>
            </a:extLst>
          </p:cNvPr>
          <p:cNvSpPr txBox="1"/>
          <p:nvPr/>
        </p:nvSpPr>
        <p:spPr>
          <a:xfrm>
            <a:off x="906294" y="1972603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standard ML notation: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=&gt;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=&gt; output</a:t>
            </a:r>
          </a:p>
        </p:txBody>
      </p:sp>
    </p:spTree>
    <p:extLst>
      <p:ext uri="{BB962C8B-B14F-4D97-AF65-F5344CB8AC3E}">
        <p14:creationId xmlns:p14="http://schemas.microsoft.com/office/powerpoint/2010/main" val="496072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A68F68D-C522-2DC8-C38E-3C4359DB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6. Train/Test Split 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9457EBA2-7905-A0AC-4CB3-90A4E9597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97738"/>
            <a:ext cx="10412278" cy="381053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78381DD9-DC50-03AC-2562-E44065BEB772}"/>
              </a:ext>
            </a:extLst>
          </p:cNvPr>
          <p:cNvSpPr txBox="1"/>
          <p:nvPr/>
        </p:nvSpPr>
        <p:spPr>
          <a:xfrm>
            <a:off x="838200" y="1928987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split the data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itlu 1">
            <a:extLst>
              <a:ext uri="{FF2B5EF4-FFF2-40B4-BE49-F238E27FC236}">
                <a16:creationId xmlns:a16="http://schemas.microsoft.com/office/drawing/2014/main" id="{9C98DD5B-3243-7636-CA93-930001A10B62}"/>
              </a:ext>
            </a:extLst>
          </p:cNvPr>
          <p:cNvSpPr txBox="1">
            <a:spLocks/>
          </p:cNvSpPr>
          <p:nvPr/>
        </p:nvSpPr>
        <p:spPr>
          <a:xfrm>
            <a:off x="838200" y="3533101"/>
            <a:ext cx="10515600" cy="568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7. Scale the data (for some models)</a:t>
            </a:r>
          </a:p>
        </p:txBody>
      </p:sp>
      <p:pic>
        <p:nvPicPr>
          <p:cNvPr id="14" name="Imagine 13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A256C6F9-69D2-4CC5-72AE-C3004D7C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538" y="5169838"/>
            <a:ext cx="4727614" cy="965173"/>
          </a:xfrm>
          <a:prstGeom prst="rect">
            <a:avLst/>
          </a:prstGeom>
        </p:spPr>
      </p:pic>
      <p:sp>
        <p:nvSpPr>
          <p:cNvPr id="16" name="CasetăText 15">
            <a:extLst>
              <a:ext uri="{FF2B5EF4-FFF2-40B4-BE49-F238E27FC236}">
                <a16:creationId xmlns:a16="http://schemas.microsoft.com/office/drawing/2014/main" id="{19C268CB-5B14-09DE-7D1F-FD210F9B1B26}"/>
              </a:ext>
            </a:extLst>
          </p:cNvPr>
          <p:cNvSpPr txBox="1"/>
          <p:nvPr/>
        </p:nvSpPr>
        <p:spPr>
          <a:xfrm>
            <a:off x="838146" y="4101831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models (Logistic Regression, SVM, KNN) are sensitive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features.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8583B8F-2326-F76D-5154-56ECE6AC6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46" y="4990704"/>
            <a:ext cx="642720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transforms each feature to have: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= 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algorithms converge faster and perform better.</a:t>
            </a:r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id="{E6F83A30-F00D-6466-9628-FFE710077ED9}"/>
              </a:ext>
            </a:extLst>
          </p:cNvPr>
          <p:cNvSpPr txBox="1"/>
          <p:nvPr/>
        </p:nvSpPr>
        <p:spPr>
          <a:xfrm>
            <a:off x="7763894" y="1704035"/>
            <a:ext cx="4288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the randomness of the data splitting</a:t>
            </a:r>
          </a:p>
        </p:txBody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AEF61721-C016-7498-10E3-B7098A6F4E08}"/>
              </a:ext>
            </a:extLst>
          </p:cNvPr>
          <p:cNvSpPr/>
          <p:nvPr/>
        </p:nvSpPr>
        <p:spPr>
          <a:xfrm>
            <a:off x="9330802" y="1272494"/>
            <a:ext cx="1919676" cy="381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tăText 20">
            <a:extLst>
              <a:ext uri="{FF2B5EF4-FFF2-40B4-BE49-F238E27FC236}">
                <a16:creationId xmlns:a16="http://schemas.microsoft.com/office/drawing/2014/main" id="{17292718-171C-6750-2910-437CF09E460E}"/>
              </a:ext>
            </a:extLst>
          </p:cNvPr>
          <p:cNvSpPr txBox="1"/>
          <p:nvPr/>
        </p:nvSpPr>
        <p:spPr>
          <a:xfrm>
            <a:off x="7763894" y="2028463"/>
            <a:ext cx="44382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Hitchhiker's Guide to the Galaxy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Douglas Adams. - a supercomputer calculates the "Answer to the Ultimate Question of Life, the Universe, and Everything" for 7.5 million years, and the answer turns out to be...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Titanic was traveling at a speed of 42 km/hour when it collided with the iceberg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page 42 of Harry Potter and the Philosopher’s Stone, Harry finds out he is a wizard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is the angle rounded to whole degrees for which a rainbow appears (the critical angle)</a:t>
            </a:r>
          </a:p>
        </p:txBody>
      </p:sp>
    </p:spTree>
    <p:extLst>
      <p:ext uri="{BB962C8B-B14F-4D97-AF65-F5344CB8AC3E}">
        <p14:creationId xmlns:p14="http://schemas.microsoft.com/office/powerpoint/2010/main" val="3560160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069FB8F-BDC9-7299-6D22-2CD612E0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Logistic Regression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D1F8BB-B47B-5CF6-7548-E35EE0D08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583" y="1505742"/>
            <a:ext cx="437651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reat baseline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ood for linearly separable data</a:t>
            </a:r>
          </a:p>
        </p:txBody>
      </p:sp>
      <p:pic>
        <p:nvPicPr>
          <p:cNvPr id="7172" name="Picture 4" descr="THE STORY OF LOGISTIC REGRESSION… | by Nishesh Gogia | Analytics Vidhya |  Medium">
            <a:extLst>
              <a:ext uri="{FF2B5EF4-FFF2-40B4-BE49-F238E27FC236}">
                <a16:creationId xmlns:a16="http://schemas.microsoft.com/office/drawing/2014/main" id="{247B0D6E-6984-8268-36FB-8FA49C7CEE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5" r="18934"/>
          <a:stretch>
            <a:fillRect/>
          </a:stretch>
        </p:blipFill>
        <p:spPr bwMode="auto">
          <a:xfrm>
            <a:off x="6925899" y="1386370"/>
            <a:ext cx="4613563" cy="43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ine 3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3F09DC05-6DDF-08E3-7ABD-7942DB8F0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2" y="3661865"/>
            <a:ext cx="6677957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39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5D6A65-4E9A-8551-7268-652B9121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62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Logistic Regression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F02FCCC-16FF-6A52-B663-58F094CBA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4626"/>
            <a:ext cx="10515600" cy="5224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probability of a given outcome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 (value between 0 and 1)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output of the sigmoid function.</a:t>
            </a:r>
          </a:p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input to the sigmoid function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the logistic regression prediction,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 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is then passed to the sigmoid function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 probability between 0 and 1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7685D0B9-07FA-C489-3907-FAD98E593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618" y="287939"/>
            <a:ext cx="2753109" cy="105742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03F96EC0-3AE4-BE1C-9ECE-D9D7E45EF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514" y="1517755"/>
            <a:ext cx="5855318" cy="3389342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A2B481B2-F29A-88C8-42C9-57C276006FCE}"/>
              </a:ext>
            </a:extLst>
          </p:cNvPr>
          <p:cNvSpPr txBox="1"/>
          <p:nvPr/>
        </p:nvSpPr>
        <p:spPr>
          <a:xfrm>
            <a:off x="6095999" y="5145624"/>
            <a:ext cx="60943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As the input </a:t>
            </a:r>
            <a:r>
              <a:rPr lang="en-US" sz="1600" b="0" i="1" dirty="0"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en-US" sz="16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increases, the output of the sigmoid function approaches but never reaches </a:t>
            </a:r>
            <a:r>
              <a:rPr lang="en-US" sz="1600" b="0" i="1" dirty="0"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1</a:t>
            </a:r>
            <a:r>
              <a:rPr lang="en-US" sz="16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r>
              <a:rPr lang="en-US" sz="16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As the input decreases, the sigmoid function's output approaches but never reaches </a:t>
            </a:r>
            <a:r>
              <a:rPr lang="en-US" sz="1600" b="0" i="1" dirty="0"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sz="1600" b="0" i="1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</a:t>
            </a:r>
            <a:endParaRPr lang="en-US" sz="1600" i="1" dirty="0"/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EAFFC89F-5029-28D1-A0F3-53A681F76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7" y="3584079"/>
            <a:ext cx="4439270" cy="628738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id="{907B5CCE-2268-FF92-3523-07DD5CA8C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370" y="4907097"/>
            <a:ext cx="199100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54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0F877F1-2B35-0B42-C055-8880682A4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745" y="1383535"/>
            <a:ext cx="5890168" cy="1326137"/>
          </a:xfrm>
        </p:spPr>
        <p:txBody>
          <a:bodyPr>
            <a:normAutofit fontScale="925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points into a multidimensional space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Discovers the optimal line (hyperplane/decision boundary) that best divides the data points into categories. =&gt; maximizing the space between the classes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id="{1158E8FB-B6D3-00C0-BBDA-4DDD06BED6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Support Vector Machine (SVM)</a:t>
            </a:r>
          </a:p>
        </p:txBody>
      </p:sp>
      <p:pic>
        <p:nvPicPr>
          <p:cNvPr id="6" name="Imagine 5" descr="O imagine care conține captură de ecran, linie, diagramă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E5C9C22B-8331-4303-1C28-6BA14FDE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50" y="1066713"/>
            <a:ext cx="4315856" cy="3076719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1FA4CAFE-3DE4-A4DD-DF6C-B2B6EA336961}"/>
              </a:ext>
            </a:extLst>
          </p:cNvPr>
          <p:cNvSpPr txBox="1"/>
          <p:nvPr/>
        </p:nvSpPr>
        <p:spPr>
          <a:xfrm>
            <a:off x="5390745" y="2880711"/>
            <a:ext cx="65159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= distance to separating hyperplane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vectors = data points sitting on the edge of the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Intuitively: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separate +’s from −’s as much as possible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= measure of confidence</a:t>
            </a:r>
          </a:p>
        </p:txBody>
      </p:sp>
      <p:pic>
        <p:nvPicPr>
          <p:cNvPr id="10" name="Imagine 9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224F9986-35C4-1B10-A221-22E56E832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4" y="4821911"/>
            <a:ext cx="5268060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37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921E-D233-31A5-966D-6573555F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148D87B-67A2-2EFB-E374-16C968ED8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0922"/>
            <a:ext cx="10515600" cy="478590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classifier (non-linear decision boundary)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both classification and regression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separates data in order to categorize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Tree-structure, splits data based on rules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 asks a yes/no question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 represent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 predictions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tree grows until a stopping condition,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id="{D896AB7B-FD96-EE4F-A14E-770E8D664B3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Decision Tree</a:t>
            </a:r>
          </a:p>
        </p:txBody>
      </p:sp>
      <p:pic>
        <p:nvPicPr>
          <p:cNvPr id="5" name="Imagine 4" descr="O imagine care conține text, captură de ecran, Dreptunghi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DD60F8FA-3661-5B09-2DFD-4062761E0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44" y="681037"/>
            <a:ext cx="5178732" cy="3184920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AE4C66F1-3D0E-B168-180F-12BF8DD705AA}"/>
              </a:ext>
            </a:extLst>
          </p:cNvPr>
          <p:cNvSpPr txBox="1"/>
          <p:nvPr/>
        </p:nvSpPr>
        <p:spPr>
          <a:xfrm>
            <a:off x="838200" y="4021366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training data to construct a decision tree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decision tree to classify new data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4527414E-B796-EF74-E7DB-2D7EA715998D}"/>
              </a:ext>
            </a:extLst>
          </p:cNvPr>
          <p:cNvSpPr txBox="1"/>
          <p:nvPr/>
        </p:nvSpPr>
        <p:spPr>
          <a:xfrm>
            <a:off x="6753122" y="4043203"/>
            <a:ext cx="2548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Nodes: features </a:t>
            </a:r>
          </a:p>
          <a:p>
            <a:r>
              <a:rPr lang="en-US" dirty="0"/>
              <a:t>Edges: feature values </a:t>
            </a:r>
          </a:p>
          <a:p>
            <a:r>
              <a:rPr lang="en-US" dirty="0"/>
              <a:t>Leaves: labels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08465984-44C7-0451-31B6-81F8E3EEDC53}"/>
              </a:ext>
            </a:extLst>
          </p:cNvPr>
          <p:cNvSpPr txBox="1"/>
          <p:nvPr/>
        </p:nvSpPr>
        <p:spPr>
          <a:xfrm>
            <a:off x="838200" y="4844943"/>
            <a:ext cx="6361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challenge is building good decision trees from training data</a:t>
            </a:r>
          </a:p>
        </p:txBody>
      </p:sp>
      <p:pic>
        <p:nvPicPr>
          <p:cNvPr id="13" name="Imagine 12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EBAE458F-D312-CB42-76F6-04F6AB485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705" y="5344750"/>
            <a:ext cx="690658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26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1">
            <a:extLst>
              <a:ext uri="{FF2B5EF4-FFF2-40B4-BE49-F238E27FC236}">
                <a16:creationId xmlns:a16="http://schemas.microsoft.com/office/drawing/2014/main" id="{3F8F9EAA-5E82-D560-C618-7EBC053C92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Decision Trees - Example</a:t>
            </a:r>
          </a:p>
        </p:txBody>
      </p:sp>
      <p:pic>
        <p:nvPicPr>
          <p:cNvPr id="8" name="Imagine 7" descr="O imagine care conține text, diagramă, captură de ecran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B103848C-413C-EB80-BC58-F658AA452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1" t="6435"/>
          <a:stretch>
            <a:fillRect/>
          </a:stretch>
        </p:blipFill>
        <p:spPr>
          <a:xfrm>
            <a:off x="268852" y="2602523"/>
            <a:ext cx="5629530" cy="2790844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2A04E159-3288-786E-8286-A02E4117FDAF}"/>
              </a:ext>
            </a:extLst>
          </p:cNvPr>
          <p:cNvSpPr txBox="1"/>
          <p:nvPr/>
        </p:nvSpPr>
        <p:spPr>
          <a:xfrm>
            <a:off x="7268966" y="1211452"/>
            <a:ext cx="4462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data item to classify: Navigate tree based on feature values</a:t>
            </a:r>
          </a:p>
        </p:txBody>
      </p:sp>
      <p:pic>
        <p:nvPicPr>
          <p:cNvPr id="12" name="Imagine 11" descr="O imagine care conține text, diagramă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1B4F5432-AC61-A238-8A5E-518C4F24A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1367"/>
            <a:ext cx="5750036" cy="377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252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015619A-6855-E824-3563-D58D8B24F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40" y="1085222"/>
            <a:ext cx="5727970" cy="4176341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both classification and regression tasks.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ensemble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Decision Trees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sees a random subset of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split, each tree also sees a random subset of features.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vote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trees.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algorithms create multiple decision trees for each task, aggregate the prediction of all the trees, then choose the most popular answer as the definitive result.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u 1">
            <a:extLst>
              <a:ext uri="{FF2B5EF4-FFF2-40B4-BE49-F238E27FC236}">
                <a16:creationId xmlns:a16="http://schemas.microsoft.com/office/drawing/2014/main" id="{27C8216D-17E0-C345-5C73-4365119582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Random Forest</a:t>
            </a:r>
          </a:p>
        </p:txBody>
      </p:sp>
      <p:pic>
        <p:nvPicPr>
          <p:cNvPr id="10" name="Imagine 9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43A43B1C-20D5-4350-AFD2-92C167D2D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5" y="5261563"/>
            <a:ext cx="7994282" cy="1420591"/>
          </a:xfrm>
          <a:prstGeom prst="rect">
            <a:avLst/>
          </a:prstGeom>
        </p:spPr>
      </p:pic>
      <p:pic>
        <p:nvPicPr>
          <p:cNvPr id="27" name="Imagine 26" descr="O imagine care conține text, diagramă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45F2AD8D-AAF3-E204-5E6F-27946ED83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647" y="442127"/>
            <a:ext cx="6171354" cy="401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03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E9A7A54-9C70-49D0-507A-45BE8962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7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K-Nearest Neighbor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FB4D686-272B-39B7-6A3F-DEE7A2E5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890"/>
            <a:ext cx="10515600" cy="4351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(no training step).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 new sample based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closest neighbors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training set.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distance metric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feature scaling =&gt;  normalization required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new point arrives, KNN looks around and asks: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“Which class do most of my closest neighbors belong to?”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8055DC-2D0B-8AC7-A584-556288F4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75014"/>
            <a:ext cx="81225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Pick a number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Compute distance from the new point to all training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closest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See which class appears most often.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That’s the prediction</a:t>
            </a:r>
          </a:p>
        </p:txBody>
      </p:sp>
      <p:pic>
        <p:nvPicPr>
          <p:cNvPr id="8" name="Imagine 7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F769EA1A-4697-C8FE-9B80-A9FDB1A0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323" y="5335224"/>
            <a:ext cx="518232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86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080950A-5864-53DB-513E-7E6C329E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- Example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F590A89-A3E1-6797-90A1-61F543D26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77" y="1504613"/>
            <a:ext cx="108836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- gender, profession, age, income, postal-code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person1 = (male, teacher, 47, $25K, 94305) buyer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person2 = (female, teacher, 43, $28K, 94309) non-buyer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 new item i: In the labeled data find the K closest items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assign most frequent label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person3 = (female, doctor, 40, $40K, 95123)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pair of data items i1 and i2, from their feature values compute distance(i1,i2)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distance(person1, person2)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 new item i: find K closest items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labeled data, assign most frequent label</a:t>
            </a:r>
          </a:p>
        </p:txBody>
      </p:sp>
    </p:spTree>
    <p:extLst>
      <p:ext uri="{BB962C8B-B14F-4D97-AF65-F5344CB8AC3E}">
        <p14:creationId xmlns:p14="http://schemas.microsoft.com/office/powerpoint/2010/main" val="550737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63C2BE7-8321-C31C-0117-F8C4DC06C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28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Na</a:t>
            </a:r>
            <a:r>
              <a:rPr lang="en-US" sz="3200" dirty="0"/>
              <a:t>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Bayes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FC8558D-852B-179F-33DF-F143DD04D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classifier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all features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“naive” assumption).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new data item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based on i’s feature values and the training data, compute the probability of each possible label. Pick highest one.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ine 5" descr="O imagine care conține text, Font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D7E6F452-BE6D-2357-5128-B085FC38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404" y="3287969"/>
            <a:ext cx="5209564" cy="1145055"/>
          </a:xfrm>
          <a:prstGeom prst="rect">
            <a:avLst/>
          </a:prstGeom>
        </p:spPr>
      </p:pic>
      <p:pic>
        <p:nvPicPr>
          <p:cNvPr id="8" name="Imagine 7" descr="O imagine care conține text, Font, captură de ecran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597EDC0E-000D-4F0C-1645-AE0A3DF2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1" y="3287969"/>
            <a:ext cx="5696351" cy="320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94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006C455-835D-2E83-6032-918E2BBF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37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pic>
        <p:nvPicPr>
          <p:cNvPr id="13314" name="Picture 2" descr="Measuring Performance: The Confusion Matrix – Glass Box Medicine">
            <a:extLst>
              <a:ext uri="{FF2B5EF4-FFF2-40B4-BE49-F238E27FC236}">
                <a16:creationId xmlns:a16="http://schemas.microsoft.com/office/drawing/2014/main" id="{A87307FB-0DEF-A1BF-95E4-EEF84C0EC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1" t="23993" r="17256"/>
          <a:stretch>
            <a:fillRect/>
          </a:stretch>
        </p:blipFill>
        <p:spPr bwMode="auto">
          <a:xfrm>
            <a:off x="552855" y="1204515"/>
            <a:ext cx="4988668" cy="270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A22CD9-5B8B-9C3C-DCC9-BFC4B76C1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523" y="1274564"/>
            <a:ext cx="653050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Model correctly predicts survival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Model correctly predicts death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Model predicts survival but passenger died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Model predicts death but passenger survived (dangerous!)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900A6679-BE1E-C54D-2892-0ACAB4BB26E2}"/>
              </a:ext>
            </a:extLst>
          </p:cNvPr>
          <p:cNvSpPr txBox="1"/>
          <p:nvPr/>
        </p:nvSpPr>
        <p:spPr>
          <a:xfrm>
            <a:off x="693096" y="4172531"/>
            <a:ext cx="91804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errors are worse than others: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(predicting a survivor will die) - serious mistake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(predicting survival wrongly) - also problematic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8CAB1C13-2A1A-3BCF-401F-3D0279E53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6" y="5634870"/>
            <a:ext cx="8268854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54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DC0700C-8EA5-AFBB-8B53-C584440D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00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pic>
        <p:nvPicPr>
          <p:cNvPr id="14338" name="Picture 2" descr="Confusion matrix: Precision, Recall, Accuracy, and F1 score.">
            <a:extLst>
              <a:ext uri="{FF2B5EF4-FFF2-40B4-BE49-F238E27FC236}">
                <a16:creationId xmlns:a16="http://schemas.microsoft.com/office/drawing/2014/main" id="{FF90C6E7-2DFC-4D45-9BC6-63AA7DF11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13" y="253257"/>
            <a:ext cx="7235553" cy="211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5C453369-384F-00D6-EE9E-810014C1E8F1}"/>
              </a:ext>
            </a:extLst>
          </p:cNvPr>
          <p:cNvSpPr txBox="1"/>
          <p:nvPr/>
        </p:nvSpPr>
        <p:spPr>
          <a:xfrm>
            <a:off x="5293469" y="2588945"/>
            <a:ext cx="665209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= “How often is the model right?”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= Of all passengers the model predicted as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how many actually survived?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often is a predicted survivor actually alive?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= Of all the passengers who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survived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how many were detected by the model?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many actual survivors did the model find?”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 = Balance of Precision and Recall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good is the model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detecting survivors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correct when it predicts survival?</a:t>
            </a:r>
          </a:p>
        </p:txBody>
      </p:sp>
      <p:pic>
        <p:nvPicPr>
          <p:cNvPr id="7" name="Imagine 6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39EA62E4-0064-F2A2-5A92-902C5274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02" y="2588945"/>
            <a:ext cx="480127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990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344498D-FD61-C95E-888F-BE438B10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27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and Bad Classifiers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90BAF5-5614-5A66-2F20-44E1C795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9180"/>
            <a:ext cx="2681031" cy="2096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data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training error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classifier</a:t>
            </a:r>
          </a:p>
        </p:txBody>
      </p:sp>
      <p:pic>
        <p:nvPicPr>
          <p:cNvPr id="5" name="Imagine 4" descr="O imagine care conține captură de ecran, diagramă, linie, Dreptunghi&#10;&#10;Conținutul generat de inteligența artificială poate fi incorect.">
            <a:extLst>
              <a:ext uri="{FF2B5EF4-FFF2-40B4-BE49-F238E27FC236}">
                <a16:creationId xmlns:a16="http://schemas.microsoft.com/office/drawing/2014/main" id="{D5A35721-E952-20E1-A930-1771A250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36" y="1204859"/>
            <a:ext cx="3230597" cy="2710866"/>
          </a:xfrm>
          <a:prstGeom prst="rect">
            <a:avLst/>
          </a:prstGeom>
        </p:spPr>
      </p:pic>
      <p:pic>
        <p:nvPicPr>
          <p:cNvPr id="7" name="Imagine 6" descr="O imagine care conține captură de ecran, Dreptunghi, diagramă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23746498-B7DC-DD78-7F62-A23B89542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216" y="1265137"/>
            <a:ext cx="2444550" cy="2368803"/>
          </a:xfrm>
          <a:prstGeom prst="rect">
            <a:avLst/>
          </a:prstGeom>
        </p:spPr>
      </p:pic>
      <p:pic>
        <p:nvPicPr>
          <p:cNvPr id="9" name="Imagine 8" descr="O imagine care conține captură de ecran, diagramă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9FB7C37D-1231-1F7E-CE71-071FF2D7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76" y="1265137"/>
            <a:ext cx="2215678" cy="2368803"/>
          </a:xfrm>
          <a:prstGeom prst="rect">
            <a:avLst/>
          </a:prstGeom>
        </p:spPr>
      </p:pic>
      <p:pic>
        <p:nvPicPr>
          <p:cNvPr id="11" name="Imagine 10" descr="O imagine care conține clipart, desen animat, artă&#10;&#10;Conținutul generat de inteligența artificială poate fi incorect.">
            <a:extLst>
              <a:ext uri="{FF2B5EF4-FFF2-40B4-BE49-F238E27FC236}">
                <a16:creationId xmlns:a16="http://schemas.microsoft.com/office/drawing/2014/main" id="{9AE96793-8B44-EB82-417B-A2256197D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441" y="1278751"/>
            <a:ext cx="2203205" cy="2355189"/>
          </a:xfrm>
          <a:prstGeom prst="rect">
            <a:avLst/>
          </a:prstGeom>
        </p:spPr>
      </p:pic>
      <p:sp>
        <p:nvSpPr>
          <p:cNvPr id="13" name="CasetăText 12">
            <a:extLst>
              <a:ext uri="{FF2B5EF4-FFF2-40B4-BE49-F238E27FC236}">
                <a16:creationId xmlns:a16="http://schemas.microsoft.com/office/drawing/2014/main" id="{B2447F66-070E-1BA4-4628-5A3A9B16AC63}"/>
              </a:ext>
            </a:extLst>
          </p:cNvPr>
          <p:cNvSpPr txBox="1"/>
          <p:nvPr/>
        </p:nvSpPr>
        <p:spPr>
          <a:xfrm>
            <a:off x="7311958" y="4099180"/>
            <a:ext cx="4041842" cy="205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error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 too complex</a:t>
            </a:r>
          </a:p>
        </p:txBody>
      </p:sp>
      <p:cxnSp>
        <p:nvCxnSpPr>
          <p:cNvPr id="15" name="Conector: cotit 14">
            <a:extLst>
              <a:ext uri="{FF2B5EF4-FFF2-40B4-BE49-F238E27FC236}">
                <a16:creationId xmlns:a16="http://schemas.microsoft.com/office/drawing/2014/main" id="{92812C60-1EB9-E86D-D308-96E02AA69FC9}"/>
              </a:ext>
            </a:extLst>
          </p:cNvPr>
          <p:cNvCxnSpPr>
            <a:endCxn id="7" idx="2"/>
          </p:cNvCxnSpPr>
          <p:nvPr/>
        </p:nvCxnSpPr>
        <p:spPr>
          <a:xfrm rot="16200000" flipV="1">
            <a:off x="6265950" y="3639481"/>
            <a:ext cx="1161796" cy="1150713"/>
          </a:xfrm>
          <a:prstGeom prst="bentConnector3">
            <a:avLst>
              <a:gd name="adj1" fmla="val -10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cotit 19">
            <a:extLst>
              <a:ext uri="{FF2B5EF4-FFF2-40B4-BE49-F238E27FC236}">
                <a16:creationId xmlns:a16="http://schemas.microsoft.com/office/drawing/2014/main" id="{92004439-9217-7D1C-75CD-0E14780DA87B}"/>
              </a:ext>
            </a:extLst>
          </p:cNvPr>
          <p:cNvCxnSpPr>
            <a:cxnSpLocks/>
            <a:endCxn id="9" idx="2"/>
          </p:cNvCxnSpPr>
          <p:nvPr/>
        </p:nvCxnSpPr>
        <p:spPr>
          <a:xfrm rot="16200000" flipV="1">
            <a:off x="8540555" y="3774001"/>
            <a:ext cx="1648179" cy="13680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cotit 20">
            <a:extLst>
              <a:ext uri="{FF2B5EF4-FFF2-40B4-BE49-F238E27FC236}">
                <a16:creationId xmlns:a16="http://schemas.microsoft.com/office/drawing/2014/main" id="{6FDED91D-11D9-EE89-A924-2BD6CF86F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04190" y="4384261"/>
            <a:ext cx="2299932" cy="799290"/>
          </a:xfrm>
          <a:prstGeom prst="bentConnector3">
            <a:avLst>
              <a:gd name="adj1" fmla="val 5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77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AEF75E8-888F-1499-0DEA-B24B7705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1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 extra steps…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FB262D0-B0E6-3D7A-1C47-BD7CC44F6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incorrect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the features (null values and values that don't belong in that column).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model and get the accuracy on both the training and test data. If the difference in accuracy is significant then that's a sign of overfitting.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data if the difference in the ranges of the columns is significant.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the features in your data are useful for predictions. To fix this try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techniques like RFE (Recursive Feature Elimination) to select the best features. (Applying these on highly correlated values can be efficient at times).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Rinse and Repeat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keep trying the things you know till you get the desired output. Always create multiple models to compare if you are making any progress or not.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591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6A9845-10A5-75A6-05F8-CC4326D8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attributes of a dataset would be ideal to use for ML?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25322E3-5E84-F954-621B-E5ABC2012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Small size / Low diversity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Small size / High diversity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Large size / Low diversity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Large size / High diversity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71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4A42BE6-E2BB-DBDA-9610-3034151B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wanted to predict the cost of an airplane ticket, would you use regression or classification?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9A4B634-F762-790C-740F-E390C8B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Regression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Classification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207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D7A9628-6BE3-B370-39F1-256E19D8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32" y="729573"/>
            <a:ext cx="11770468" cy="51459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model's predictions are far off, what might you do to make them better?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Retrain the model but use only the features you believe have the strongest predictive power for the label.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Retrain the model using a larger and more diverse dataset.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can't fix a model whose predictions are far off.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Try a different training approach. For example, if you used a supervised approach, try an unsupervised approach.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26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C20E09B-4235-90BE-D32D-66421BB0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2DEAEEF-F29B-31FC-E871-052ABFF66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dataset of your choice (CSV)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contain at least one categorical target (classification)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require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(missing values, irrelevant columns)</a:t>
            </a:r>
          </a:p>
          <a:p>
            <a:r>
              <a:rPr lang="en-US" sz="2400" dirty="0"/>
              <a:t>Clean the dataset (handle missing values, remove irrelevant columns, scale features)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the classifiers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report of this process and analyze the results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report to bianca.ebrasu@gmail.com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1513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5393</TotalTime>
  <Words>2933</Words>
  <Application>Microsoft Office PowerPoint</Application>
  <PresentationFormat>Ecran lat</PresentationFormat>
  <Paragraphs>419</Paragraphs>
  <Slides>44</Slides>
  <Notes>5</Notes>
  <HiddenSlides>0</HiddenSlides>
  <MMClips>0</MMClips>
  <ScaleCrop>false</ScaleCrop>
  <HeadingPairs>
    <vt:vector size="6" baseType="variant">
      <vt:variant>
        <vt:lpstr>Fonturi utilizate</vt:lpstr>
      </vt:variant>
      <vt:variant>
        <vt:i4>9</vt:i4>
      </vt:variant>
      <vt:variant>
        <vt:lpstr>Temă</vt:lpstr>
      </vt:variant>
      <vt:variant>
        <vt:i4>2</vt:i4>
      </vt:variant>
      <vt:variant>
        <vt:lpstr>Titluri diapozitive</vt:lpstr>
      </vt:variant>
      <vt:variant>
        <vt:i4>44</vt:i4>
      </vt:variant>
    </vt:vector>
  </HeadingPairs>
  <TitlesOfParts>
    <vt:vector size="55" baseType="lpstr">
      <vt:lpstr>Aptos</vt:lpstr>
      <vt:lpstr>Aptos Display</vt:lpstr>
      <vt:lpstr>Arial</vt:lpstr>
      <vt:lpstr>Cambria Math</vt:lpstr>
      <vt:lpstr>Roboto</vt:lpstr>
      <vt:lpstr>Roboto Mono</vt:lpstr>
      <vt:lpstr>Symbol</vt:lpstr>
      <vt:lpstr>Times New Roman</vt:lpstr>
      <vt:lpstr>Wingdings</vt:lpstr>
      <vt:lpstr>Temă Office</vt:lpstr>
      <vt:lpstr>1_Temă Office</vt:lpstr>
      <vt:lpstr>L06: Classifiers</vt:lpstr>
      <vt:lpstr>L06 Summary</vt:lpstr>
      <vt:lpstr>Machine Learning Overview</vt:lpstr>
      <vt:lpstr>Machine Learning Overview</vt:lpstr>
      <vt:lpstr>Types of Machine Learning</vt:lpstr>
      <vt:lpstr>Supervised Learning - Deep Dive</vt:lpstr>
      <vt:lpstr>Regression vs Classification</vt:lpstr>
      <vt:lpstr>Examples of Uses</vt:lpstr>
      <vt:lpstr>1. Regression</vt:lpstr>
      <vt:lpstr>Prezentare PowerPoint</vt:lpstr>
      <vt:lpstr>Simple Example with Linear Regression</vt:lpstr>
      <vt:lpstr>Prezentare PowerPoint</vt:lpstr>
      <vt:lpstr>Models with multiple features</vt:lpstr>
      <vt:lpstr>Question</vt:lpstr>
      <vt:lpstr>2. Classification</vt:lpstr>
      <vt:lpstr>Example</vt:lpstr>
      <vt:lpstr>Types of Classifiers</vt:lpstr>
      <vt:lpstr>Workflow</vt:lpstr>
      <vt:lpstr>Classification Algorithms</vt:lpstr>
      <vt:lpstr>Dataset - Titanic</vt:lpstr>
      <vt:lpstr>Dataset - Titanic</vt:lpstr>
      <vt:lpstr>Step 1. Load the dataset</vt:lpstr>
      <vt:lpstr>Step 2. Clean the Dataset and Select the Important Features</vt:lpstr>
      <vt:lpstr>Step 3. Fill in Missing Values</vt:lpstr>
      <vt:lpstr>Step 4. Encode Categories (from text to numbers)</vt:lpstr>
      <vt:lpstr>Step 5: Set X and y</vt:lpstr>
      <vt:lpstr>Step 6. Train/Test Split </vt:lpstr>
      <vt:lpstr>1. Logistic Regression</vt:lpstr>
      <vt:lpstr>1. Logistic Regression</vt:lpstr>
      <vt:lpstr>Prezentare PowerPoint</vt:lpstr>
      <vt:lpstr>Prezentare PowerPoint</vt:lpstr>
      <vt:lpstr>Prezentare PowerPoint</vt:lpstr>
      <vt:lpstr>Prezentare PowerPoint</vt:lpstr>
      <vt:lpstr>5. K-Nearest Neighbor</vt:lpstr>
      <vt:lpstr>KNN - Example</vt:lpstr>
      <vt:lpstr>6. Naïve Bayes</vt:lpstr>
      <vt:lpstr>Confusion Matrix</vt:lpstr>
      <vt:lpstr>Evaluation</vt:lpstr>
      <vt:lpstr>Good and Bad Classifiers</vt:lpstr>
      <vt:lpstr>Helpful extra steps…</vt:lpstr>
      <vt:lpstr>What attributes of a dataset would be ideal to use for ML?</vt:lpstr>
      <vt:lpstr>If you wanted to predict the cost of an airplane ticket, would you use regression or classification? </vt:lpstr>
      <vt:lpstr>Prezentare PowerPoint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 Ebrasu</dc:creator>
  <cp:lastModifiedBy>Bianca Ebrasu</cp:lastModifiedBy>
  <cp:revision>16</cp:revision>
  <dcterms:created xsi:type="dcterms:W3CDTF">2025-12-04T06:54:05Z</dcterms:created>
  <dcterms:modified xsi:type="dcterms:W3CDTF">2025-12-11T06:59:32Z</dcterms:modified>
</cp:coreProperties>
</file>